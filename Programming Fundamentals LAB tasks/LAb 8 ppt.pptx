
<file path=[Content_Types].xml><?xml version="1.0" encoding="utf-8"?>
<Types xmlns="http://schemas.openxmlformats.org/package/2006/content-types">
  <Default Extension="png" ContentType="image/png"/>
  <Default Extension="jpeg" ContentType="image/jpeg"/>
  <Default Extension="webp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  <p:sldMasterId id="2147483696" r:id="rId2"/>
  </p:sldMasterIdLst>
  <p:notesMasterIdLst>
    <p:notesMasterId r:id="rId17"/>
  </p:notesMasterIdLst>
  <p:sldIdLst>
    <p:sldId id="259" r:id="rId3"/>
    <p:sldId id="256" r:id="rId4"/>
    <p:sldId id="257" r:id="rId5"/>
    <p:sldId id="258" r:id="rId6"/>
    <p:sldId id="260" r:id="rId7"/>
    <p:sldId id="261" r:id="rId8"/>
    <p:sldId id="262" r:id="rId9"/>
    <p:sldId id="264" r:id="rId10"/>
    <p:sldId id="265" r:id="rId11"/>
    <p:sldId id="263" r:id="rId12"/>
    <p:sldId id="269" r:id="rId13"/>
    <p:sldId id="268" r:id="rId14"/>
    <p:sldId id="267" r:id="rId15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7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The</a:t>
            </a:r>
            <a:r>
              <a:rPr lang="en-US" baseline="0" dirty="0" smtClean="0"/>
              <a:t> importance of Graphics</a:t>
            </a:r>
          </a:p>
          <a:p>
            <a:pPr>
              <a:defRPr/>
            </a:pPr>
            <a:r>
              <a:rPr lang="en-US" baseline="0" dirty="0" smtClean="0"/>
              <a:t> and Animations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5973923190352424"/>
          <c:y val="0.28258592011651573"/>
          <c:w val="0.4889344574737427"/>
          <c:h val="0.591662119115273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Text only 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strRef>
              <c:f>Sheet1!$A$3:$A$6</c:f>
              <c:strCache>
                <c:ptCount val="4"/>
                <c:pt idx="0">
                  <c:v>10 MIN</c:v>
                </c:pt>
                <c:pt idx="1">
                  <c:v>20 MIN</c:v>
                </c:pt>
                <c:pt idx="2">
                  <c:v>30 MIN</c:v>
                </c:pt>
                <c:pt idx="3">
                  <c:v>40 MIN</c:v>
                </c:pt>
              </c:strCache>
            </c:strRef>
          </c:cat>
          <c:val>
            <c:numRef>
              <c:f>Sheet1!$B$3:$B$6</c:f>
              <c:numCache>
                <c:formatCode>General</c:formatCode>
                <c:ptCount val="4"/>
                <c:pt idx="0">
                  <c:v>1</c:v>
                </c:pt>
                <c:pt idx="1">
                  <c:v>3</c:v>
                </c:pt>
                <c:pt idx="2">
                  <c:v>8</c:v>
                </c:pt>
                <c:pt idx="3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34-42CA-B38E-592C3ECA82A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Graphics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Sheet1!$A$3:$A$6</c:f>
              <c:strCache>
                <c:ptCount val="4"/>
                <c:pt idx="0">
                  <c:v>10 MIN</c:v>
                </c:pt>
                <c:pt idx="1">
                  <c:v>20 MIN</c:v>
                </c:pt>
                <c:pt idx="2">
                  <c:v>30 MIN</c:v>
                </c:pt>
                <c:pt idx="3">
                  <c:v>40 MIN</c:v>
                </c:pt>
              </c:strCache>
            </c:strRef>
          </c:cat>
          <c:val>
            <c:numRef>
              <c:f>Sheet1!$C$3:$C$6</c:f>
              <c:numCache>
                <c:formatCode>General</c:formatCode>
                <c:ptCount val="4"/>
                <c:pt idx="0">
                  <c:v>0</c:v>
                </c:pt>
                <c:pt idx="1">
                  <c:v>2</c:v>
                </c:pt>
                <c:pt idx="2">
                  <c:v>5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B34-42CA-B38E-592C3ECA82A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Animation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Sheet1!$A$3:$A$6</c:f>
              <c:strCache>
                <c:ptCount val="4"/>
                <c:pt idx="0">
                  <c:v>10 MIN</c:v>
                </c:pt>
                <c:pt idx="1">
                  <c:v>20 MIN</c:v>
                </c:pt>
                <c:pt idx="2">
                  <c:v>30 MIN</c:v>
                </c:pt>
                <c:pt idx="3">
                  <c:v>40 MIN</c:v>
                </c:pt>
              </c:strCache>
            </c:strRef>
          </c:cat>
          <c:val>
            <c:numRef>
              <c:f>Sheet1!$D$3:$D$6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B34-42CA-B38E-592C3ECA82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54142960"/>
        <c:axId val="2054136304"/>
      </c:barChart>
      <c:catAx>
        <c:axId val="2054142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4136304"/>
        <c:crosses val="autoZero"/>
        <c:auto val="1"/>
        <c:lblAlgn val="ctr"/>
        <c:lblOffset val="100"/>
        <c:noMultiLvlLbl val="0"/>
      </c:catAx>
      <c:valAx>
        <c:axId val="20541363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41429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66702341239721252"/>
          <c:y val="0.44743531942450054"/>
          <c:w val="0.13705632281429964"/>
          <c:h val="0.3064709457141396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The teacher X’s teaching abilities are ineffective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Sheet1!$A$2:$A$6</c:f>
              <c:strCache>
                <c:ptCount val="5"/>
                <c:pt idx="0">
                  <c:v>Strongly Disagree</c:v>
                </c:pt>
                <c:pt idx="1">
                  <c:v>Disagree</c:v>
                </c:pt>
                <c:pt idx="2">
                  <c:v>Neutral</c:v>
                </c:pt>
                <c:pt idx="3">
                  <c:v>Agree</c:v>
                </c:pt>
                <c:pt idx="4">
                  <c:v>Strongly Agree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0.15</c:v>
                </c:pt>
                <c:pt idx="1">
                  <c:v>0.35</c:v>
                </c:pt>
                <c:pt idx="2">
                  <c:v>0.25</c:v>
                </c:pt>
                <c:pt idx="3">
                  <c:v>0.05</c:v>
                </c:pt>
                <c:pt idx="4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34-4CE3-8F2F-DE110F628C91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7DF94A-E747-4CF5-9787-FD4C92B689E9}" type="doc">
      <dgm:prSet loTypeId="urn:microsoft.com/office/officeart/2005/8/layout/orgChart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PK"/>
        </a:p>
      </dgm:t>
    </dgm:pt>
    <dgm:pt modelId="{2A3899BA-A978-42B8-9A7A-2A641FAB1797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Jane peters </a:t>
          </a:r>
        </a:p>
        <a:p>
          <a:r>
            <a:rPr lang="en-US" dirty="0">
              <a:solidFill>
                <a:schemeClr val="tx1"/>
              </a:solidFill>
            </a:rPr>
            <a:t>CEO</a:t>
          </a:r>
          <a:endParaRPr lang="en-PK" dirty="0">
            <a:solidFill>
              <a:schemeClr val="tx1"/>
            </a:solidFill>
          </a:endParaRPr>
        </a:p>
      </dgm:t>
    </dgm:pt>
    <dgm:pt modelId="{5A7AE50E-0DA8-44CE-A19F-BAC9C8DA6CFE}" type="parTrans" cxnId="{D1C01B5F-5495-4F43-8FF9-E25ABAF8FBB4}">
      <dgm:prSet/>
      <dgm:spPr/>
      <dgm:t>
        <a:bodyPr/>
        <a:lstStyle/>
        <a:p>
          <a:endParaRPr lang="en-PK"/>
        </a:p>
      </dgm:t>
    </dgm:pt>
    <dgm:pt modelId="{7E3D42AD-56D6-4B04-AFDF-F32E7E3714C8}" type="sibTrans" cxnId="{D1C01B5F-5495-4F43-8FF9-E25ABAF8FBB4}">
      <dgm:prSet/>
      <dgm:spPr/>
      <dgm:t>
        <a:bodyPr/>
        <a:lstStyle/>
        <a:p>
          <a:endParaRPr lang="en-PK"/>
        </a:p>
      </dgm:t>
    </dgm:pt>
    <dgm:pt modelId="{33256463-8C66-4B21-B533-83D6B13A557D}" type="asst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  <a:latin typeface="Colonna MT" panose="04020805060202030203" pitchFamily="82" charset="0"/>
            </a:rPr>
            <a:t>Jo Whalley</a:t>
          </a:r>
        </a:p>
        <a:p>
          <a:r>
            <a:rPr lang="en-US" dirty="0">
              <a:solidFill>
                <a:schemeClr val="tx1"/>
              </a:solidFill>
              <a:latin typeface="Colonna MT" panose="04020805060202030203" pitchFamily="82" charset="0"/>
            </a:rPr>
            <a:t>PA </a:t>
          </a:r>
          <a:endParaRPr lang="en-PK" dirty="0">
            <a:solidFill>
              <a:schemeClr val="tx1"/>
            </a:solidFill>
            <a:latin typeface="Colonna MT" panose="04020805060202030203" pitchFamily="82" charset="0"/>
          </a:endParaRPr>
        </a:p>
      </dgm:t>
    </dgm:pt>
    <dgm:pt modelId="{FDABBAFC-7955-4756-8346-77BF36D67F53}" type="parTrans" cxnId="{5EE8B240-82C6-4FCA-8591-D3E07F3D85F2}">
      <dgm:prSet/>
      <dgm:spPr/>
      <dgm:t>
        <a:bodyPr/>
        <a:lstStyle/>
        <a:p>
          <a:endParaRPr lang="en-PK"/>
        </a:p>
      </dgm:t>
    </dgm:pt>
    <dgm:pt modelId="{9287E4F6-1794-4F2A-B2E1-6C2BDF732219}" type="sibTrans" cxnId="{5EE8B240-82C6-4FCA-8591-D3E07F3D85F2}">
      <dgm:prSet/>
      <dgm:spPr/>
      <dgm:t>
        <a:bodyPr/>
        <a:lstStyle/>
        <a:p>
          <a:endParaRPr lang="en-PK"/>
        </a:p>
      </dgm:t>
    </dgm:pt>
    <dgm:pt modelId="{EAEB1299-EF5F-4751-819B-F53AD33142F9}">
      <dgm:prSet phldrT="[Text]"/>
      <dgm:spPr>
        <a:solidFill>
          <a:srgbClr val="FFFF00"/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  <a:latin typeface="Agency FB" panose="020B0503020202020204" pitchFamily="34" charset="0"/>
            </a:rPr>
            <a:t>Nathan Sams Creative Director</a:t>
          </a:r>
          <a:endParaRPr lang="en-PK" dirty="0">
            <a:solidFill>
              <a:schemeClr val="tx1"/>
            </a:solidFill>
            <a:latin typeface="Agency FB" panose="020B0503020202020204" pitchFamily="34" charset="0"/>
          </a:endParaRPr>
        </a:p>
      </dgm:t>
    </dgm:pt>
    <dgm:pt modelId="{6365E2E6-63F4-4405-89B1-FA582872F1E8}" type="parTrans" cxnId="{60777938-3178-42FE-9C60-525DAA19539B}">
      <dgm:prSet/>
      <dgm:spPr/>
      <dgm:t>
        <a:bodyPr/>
        <a:lstStyle/>
        <a:p>
          <a:endParaRPr lang="en-PK"/>
        </a:p>
      </dgm:t>
    </dgm:pt>
    <dgm:pt modelId="{7392FE86-FD16-4095-88F4-115F5C530B9F}" type="sibTrans" cxnId="{60777938-3178-42FE-9C60-525DAA19539B}">
      <dgm:prSet/>
      <dgm:spPr/>
      <dgm:t>
        <a:bodyPr/>
        <a:lstStyle/>
        <a:p>
          <a:endParaRPr lang="en-PK"/>
        </a:p>
      </dgm:t>
    </dgm:pt>
    <dgm:pt modelId="{496DE6DB-F209-47BA-840D-BEF170C8CEB3}">
      <dgm:prSet phldrT="[Text]"/>
      <dgm:spPr>
        <a:solidFill>
          <a:srgbClr val="FFFF00"/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  <a:latin typeface="Bahnschrift SemiBold" panose="020B0502040204020203" pitchFamily="34" charset="0"/>
            </a:rPr>
            <a:t>John Black Sales</a:t>
          </a:r>
          <a:endParaRPr lang="en-PK" dirty="0">
            <a:solidFill>
              <a:schemeClr val="tx1"/>
            </a:solidFill>
            <a:latin typeface="Bahnschrift SemiBold" panose="020B0502040204020203" pitchFamily="34" charset="0"/>
          </a:endParaRPr>
        </a:p>
      </dgm:t>
    </dgm:pt>
    <dgm:pt modelId="{00EE7582-11D0-41B6-A817-A5EB262FC42F}" type="parTrans" cxnId="{03BE764B-7E12-4F66-841C-F61F0D4744AA}">
      <dgm:prSet/>
      <dgm:spPr/>
      <dgm:t>
        <a:bodyPr/>
        <a:lstStyle/>
        <a:p>
          <a:endParaRPr lang="en-PK"/>
        </a:p>
      </dgm:t>
    </dgm:pt>
    <dgm:pt modelId="{7D527E97-1BF1-4188-AB57-7045266CC524}" type="sibTrans" cxnId="{03BE764B-7E12-4F66-841C-F61F0D4744AA}">
      <dgm:prSet/>
      <dgm:spPr/>
      <dgm:t>
        <a:bodyPr/>
        <a:lstStyle/>
        <a:p>
          <a:endParaRPr lang="en-PK"/>
        </a:p>
      </dgm:t>
    </dgm:pt>
    <dgm:pt modelId="{F68A4715-A192-4072-B796-156956F27B6D}">
      <dgm:prSet phldrT="[Text]"/>
      <dgm:spPr>
        <a:solidFill>
          <a:srgbClr val="FFFF00"/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  <a:latin typeface="Bookman Old Style" panose="02050604050505020204" pitchFamily="18" charset="0"/>
            </a:rPr>
            <a:t>Mariam </a:t>
          </a:r>
          <a:r>
            <a:rPr lang="en-US" dirty="0">
              <a:solidFill>
                <a:schemeClr val="tx1"/>
              </a:solidFill>
              <a:latin typeface="Bookman Old Style" panose="02050604050505020204" pitchFamily="18" charset="0"/>
            </a:rPr>
            <a:t>Solberg IT</a:t>
          </a:r>
          <a:endParaRPr lang="en-PK" dirty="0">
            <a:solidFill>
              <a:schemeClr val="tx1"/>
            </a:solidFill>
            <a:latin typeface="Bookman Old Style" panose="02050604050505020204" pitchFamily="18" charset="0"/>
          </a:endParaRPr>
        </a:p>
      </dgm:t>
    </dgm:pt>
    <dgm:pt modelId="{BD5F8042-0A70-47F5-BB3E-42F8D410EFAD}" type="parTrans" cxnId="{1C29CA71-2DB5-4422-BA02-9CB967A14901}">
      <dgm:prSet/>
      <dgm:spPr/>
      <dgm:t>
        <a:bodyPr/>
        <a:lstStyle/>
        <a:p>
          <a:endParaRPr lang="en-PK"/>
        </a:p>
      </dgm:t>
    </dgm:pt>
    <dgm:pt modelId="{5990CDE6-8A30-4694-80EA-8DFECBF94F87}" type="sibTrans" cxnId="{1C29CA71-2DB5-4422-BA02-9CB967A14901}">
      <dgm:prSet/>
      <dgm:spPr/>
      <dgm:t>
        <a:bodyPr/>
        <a:lstStyle/>
        <a:p>
          <a:endParaRPr lang="en-PK"/>
        </a:p>
      </dgm:t>
    </dgm:pt>
    <dgm:pt modelId="{274410C5-FCEF-4793-B612-7F8BE7A7B8EE}" type="pres">
      <dgm:prSet presAssocID="{567DF94A-E747-4CF5-9787-FD4C92B689E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84817287-9370-4F34-A19E-64E4E0624FBF}" type="pres">
      <dgm:prSet presAssocID="{2A3899BA-A978-42B8-9A7A-2A641FAB1797}" presName="hierRoot1" presStyleCnt="0">
        <dgm:presLayoutVars>
          <dgm:hierBranch val="init"/>
        </dgm:presLayoutVars>
      </dgm:prSet>
      <dgm:spPr/>
    </dgm:pt>
    <dgm:pt modelId="{A405C177-CEB5-46D5-B751-988D98A97B11}" type="pres">
      <dgm:prSet presAssocID="{2A3899BA-A978-42B8-9A7A-2A641FAB1797}" presName="rootComposite1" presStyleCnt="0"/>
      <dgm:spPr/>
    </dgm:pt>
    <dgm:pt modelId="{1934A4A5-C7BF-48D7-AB12-8791D6A75341}" type="pres">
      <dgm:prSet presAssocID="{2A3899BA-A978-42B8-9A7A-2A641FAB1797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C83E499-E317-4B3E-9331-A2362F66FC92}" type="pres">
      <dgm:prSet presAssocID="{2A3899BA-A978-42B8-9A7A-2A641FAB1797}" presName="rootConnector1" presStyleLbl="node1" presStyleIdx="0" presStyleCnt="0"/>
      <dgm:spPr/>
      <dgm:t>
        <a:bodyPr/>
        <a:lstStyle/>
        <a:p>
          <a:endParaRPr lang="en-US"/>
        </a:p>
      </dgm:t>
    </dgm:pt>
    <dgm:pt modelId="{675F4D04-D210-4C32-8315-DCDCFA4B51AD}" type="pres">
      <dgm:prSet presAssocID="{2A3899BA-A978-42B8-9A7A-2A641FAB1797}" presName="hierChild2" presStyleCnt="0"/>
      <dgm:spPr/>
    </dgm:pt>
    <dgm:pt modelId="{6D6CD697-975F-436E-9508-D544C060B655}" type="pres">
      <dgm:prSet presAssocID="{6365E2E6-63F4-4405-89B1-FA582872F1E8}" presName="Name37" presStyleLbl="parChTrans1D2" presStyleIdx="0" presStyleCnt="4"/>
      <dgm:spPr/>
      <dgm:t>
        <a:bodyPr/>
        <a:lstStyle/>
        <a:p>
          <a:endParaRPr lang="en-US"/>
        </a:p>
      </dgm:t>
    </dgm:pt>
    <dgm:pt modelId="{6A7E36D6-E80F-47B8-B0DE-5073032F6088}" type="pres">
      <dgm:prSet presAssocID="{EAEB1299-EF5F-4751-819B-F53AD33142F9}" presName="hierRoot2" presStyleCnt="0">
        <dgm:presLayoutVars>
          <dgm:hierBranch val="init"/>
        </dgm:presLayoutVars>
      </dgm:prSet>
      <dgm:spPr/>
    </dgm:pt>
    <dgm:pt modelId="{80107008-E7CC-424C-9315-3D39F37692E7}" type="pres">
      <dgm:prSet presAssocID="{EAEB1299-EF5F-4751-819B-F53AD33142F9}" presName="rootComposite" presStyleCnt="0"/>
      <dgm:spPr/>
    </dgm:pt>
    <dgm:pt modelId="{5949BEF5-1982-45BB-A627-41AF6AD93BCF}" type="pres">
      <dgm:prSet presAssocID="{EAEB1299-EF5F-4751-819B-F53AD33142F9}" presName="rootText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95E0E82-5AC2-4004-8553-670B0C6E85DC}" type="pres">
      <dgm:prSet presAssocID="{EAEB1299-EF5F-4751-819B-F53AD33142F9}" presName="rootConnector" presStyleLbl="node2" presStyleIdx="0" presStyleCnt="3"/>
      <dgm:spPr/>
      <dgm:t>
        <a:bodyPr/>
        <a:lstStyle/>
        <a:p>
          <a:endParaRPr lang="en-US"/>
        </a:p>
      </dgm:t>
    </dgm:pt>
    <dgm:pt modelId="{4AB143B8-CEBC-4F6E-AF57-FB6FBC47E19E}" type="pres">
      <dgm:prSet presAssocID="{EAEB1299-EF5F-4751-819B-F53AD33142F9}" presName="hierChild4" presStyleCnt="0"/>
      <dgm:spPr/>
    </dgm:pt>
    <dgm:pt modelId="{6665F66C-1B52-4F43-88E0-6780362C3C59}" type="pres">
      <dgm:prSet presAssocID="{EAEB1299-EF5F-4751-819B-F53AD33142F9}" presName="hierChild5" presStyleCnt="0"/>
      <dgm:spPr/>
    </dgm:pt>
    <dgm:pt modelId="{335D870E-255D-470A-A09C-52F3144C92DB}" type="pres">
      <dgm:prSet presAssocID="{00EE7582-11D0-41B6-A817-A5EB262FC42F}" presName="Name37" presStyleLbl="parChTrans1D2" presStyleIdx="1" presStyleCnt="4"/>
      <dgm:spPr/>
      <dgm:t>
        <a:bodyPr/>
        <a:lstStyle/>
        <a:p>
          <a:endParaRPr lang="en-US"/>
        </a:p>
      </dgm:t>
    </dgm:pt>
    <dgm:pt modelId="{349BC62D-10F3-4D68-9C6F-1E9411A6B237}" type="pres">
      <dgm:prSet presAssocID="{496DE6DB-F209-47BA-840D-BEF170C8CEB3}" presName="hierRoot2" presStyleCnt="0">
        <dgm:presLayoutVars>
          <dgm:hierBranch val="init"/>
        </dgm:presLayoutVars>
      </dgm:prSet>
      <dgm:spPr/>
    </dgm:pt>
    <dgm:pt modelId="{85F85A53-C6BA-4DD4-AFDD-7D7F04AD9A62}" type="pres">
      <dgm:prSet presAssocID="{496DE6DB-F209-47BA-840D-BEF170C8CEB3}" presName="rootComposite" presStyleCnt="0"/>
      <dgm:spPr/>
    </dgm:pt>
    <dgm:pt modelId="{4202768B-9591-4638-99C1-9EF00A834ADA}" type="pres">
      <dgm:prSet presAssocID="{496DE6DB-F209-47BA-840D-BEF170C8CEB3}" presName="rootText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C50029E-83E0-46B5-BD62-EFDC923FA90B}" type="pres">
      <dgm:prSet presAssocID="{496DE6DB-F209-47BA-840D-BEF170C8CEB3}" presName="rootConnector" presStyleLbl="node2" presStyleIdx="1" presStyleCnt="3"/>
      <dgm:spPr/>
      <dgm:t>
        <a:bodyPr/>
        <a:lstStyle/>
        <a:p>
          <a:endParaRPr lang="en-US"/>
        </a:p>
      </dgm:t>
    </dgm:pt>
    <dgm:pt modelId="{6291A995-D7CC-413A-9830-F606B76024E6}" type="pres">
      <dgm:prSet presAssocID="{496DE6DB-F209-47BA-840D-BEF170C8CEB3}" presName="hierChild4" presStyleCnt="0"/>
      <dgm:spPr/>
    </dgm:pt>
    <dgm:pt modelId="{0C80AA1A-49C1-4272-8CFD-43384A24B2D3}" type="pres">
      <dgm:prSet presAssocID="{496DE6DB-F209-47BA-840D-BEF170C8CEB3}" presName="hierChild5" presStyleCnt="0"/>
      <dgm:spPr/>
    </dgm:pt>
    <dgm:pt modelId="{F190BB5F-C9B0-44B0-A9A8-DCBED962F8B2}" type="pres">
      <dgm:prSet presAssocID="{BD5F8042-0A70-47F5-BB3E-42F8D410EFAD}" presName="Name37" presStyleLbl="parChTrans1D2" presStyleIdx="2" presStyleCnt="4"/>
      <dgm:spPr/>
      <dgm:t>
        <a:bodyPr/>
        <a:lstStyle/>
        <a:p>
          <a:endParaRPr lang="en-US"/>
        </a:p>
      </dgm:t>
    </dgm:pt>
    <dgm:pt modelId="{DC7E0B92-198A-42EC-A811-599B7B9D775A}" type="pres">
      <dgm:prSet presAssocID="{F68A4715-A192-4072-B796-156956F27B6D}" presName="hierRoot2" presStyleCnt="0">
        <dgm:presLayoutVars>
          <dgm:hierBranch val="init"/>
        </dgm:presLayoutVars>
      </dgm:prSet>
      <dgm:spPr/>
    </dgm:pt>
    <dgm:pt modelId="{12EE4005-6F25-44FB-9BBB-4537754F2DE1}" type="pres">
      <dgm:prSet presAssocID="{F68A4715-A192-4072-B796-156956F27B6D}" presName="rootComposite" presStyleCnt="0"/>
      <dgm:spPr/>
    </dgm:pt>
    <dgm:pt modelId="{F14BCC98-CECF-4A51-9CE3-2E79713931E9}" type="pres">
      <dgm:prSet presAssocID="{F68A4715-A192-4072-B796-156956F27B6D}" presName="rootText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CA5A1AB-A5C6-4730-A683-70D85336B0A6}" type="pres">
      <dgm:prSet presAssocID="{F68A4715-A192-4072-B796-156956F27B6D}" presName="rootConnector" presStyleLbl="node2" presStyleIdx="2" presStyleCnt="3"/>
      <dgm:spPr/>
      <dgm:t>
        <a:bodyPr/>
        <a:lstStyle/>
        <a:p>
          <a:endParaRPr lang="en-US"/>
        </a:p>
      </dgm:t>
    </dgm:pt>
    <dgm:pt modelId="{58E93A8A-21A8-4EA7-8624-14FBA4E44D7D}" type="pres">
      <dgm:prSet presAssocID="{F68A4715-A192-4072-B796-156956F27B6D}" presName="hierChild4" presStyleCnt="0"/>
      <dgm:spPr/>
    </dgm:pt>
    <dgm:pt modelId="{164C5C0C-0F29-4A54-89BE-7699225ABFF5}" type="pres">
      <dgm:prSet presAssocID="{F68A4715-A192-4072-B796-156956F27B6D}" presName="hierChild5" presStyleCnt="0"/>
      <dgm:spPr/>
    </dgm:pt>
    <dgm:pt modelId="{DF590E06-56EE-4902-8394-51D106A6E03E}" type="pres">
      <dgm:prSet presAssocID="{2A3899BA-A978-42B8-9A7A-2A641FAB1797}" presName="hierChild3" presStyleCnt="0"/>
      <dgm:spPr/>
    </dgm:pt>
    <dgm:pt modelId="{C7CFEEF1-DD87-4470-8FF3-CCB6CB695463}" type="pres">
      <dgm:prSet presAssocID="{FDABBAFC-7955-4756-8346-77BF36D67F53}" presName="Name111" presStyleLbl="parChTrans1D2" presStyleIdx="3" presStyleCnt="4"/>
      <dgm:spPr/>
      <dgm:t>
        <a:bodyPr/>
        <a:lstStyle/>
        <a:p>
          <a:endParaRPr lang="en-US"/>
        </a:p>
      </dgm:t>
    </dgm:pt>
    <dgm:pt modelId="{7F07640F-4FC9-4D00-AC4D-F686A0D972DC}" type="pres">
      <dgm:prSet presAssocID="{33256463-8C66-4B21-B533-83D6B13A557D}" presName="hierRoot3" presStyleCnt="0">
        <dgm:presLayoutVars>
          <dgm:hierBranch val="init"/>
        </dgm:presLayoutVars>
      </dgm:prSet>
      <dgm:spPr/>
    </dgm:pt>
    <dgm:pt modelId="{06A2FA61-B873-4984-9DF2-737006774EA2}" type="pres">
      <dgm:prSet presAssocID="{33256463-8C66-4B21-B533-83D6B13A557D}" presName="rootComposite3" presStyleCnt="0"/>
      <dgm:spPr/>
    </dgm:pt>
    <dgm:pt modelId="{12BD36DF-0133-4A19-9D1F-576C7FBA5311}" type="pres">
      <dgm:prSet presAssocID="{33256463-8C66-4B21-B533-83D6B13A557D}" presName="rootText3" presStyleLbl="asst1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23E9AF5-E336-415E-B199-D734D73A325E}" type="pres">
      <dgm:prSet presAssocID="{33256463-8C66-4B21-B533-83D6B13A557D}" presName="rootConnector3" presStyleLbl="asst1" presStyleIdx="0" presStyleCnt="1"/>
      <dgm:spPr/>
      <dgm:t>
        <a:bodyPr/>
        <a:lstStyle/>
        <a:p>
          <a:endParaRPr lang="en-US"/>
        </a:p>
      </dgm:t>
    </dgm:pt>
    <dgm:pt modelId="{39986552-A9E7-45DE-A833-FAA947122F5A}" type="pres">
      <dgm:prSet presAssocID="{33256463-8C66-4B21-B533-83D6B13A557D}" presName="hierChild6" presStyleCnt="0"/>
      <dgm:spPr/>
    </dgm:pt>
    <dgm:pt modelId="{D1DEBD61-C77A-411B-8E56-E86C1C1DF9F1}" type="pres">
      <dgm:prSet presAssocID="{33256463-8C66-4B21-B533-83D6B13A557D}" presName="hierChild7" presStyleCnt="0"/>
      <dgm:spPr/>
    </dgm:pt>
  </dgm:ptLst>
  <dgm:cxnLst>
    <dgm:cxn modelId="{03BE764B-7E12-4F66-841C-F61F0D4744AA}" srcId="{2A3899BA-A978-42B8-9A7A-2A641FAB1797}" destId="{496DE6DB-F209-47BA-840D-BEF170C8CEB3}" srcOrd="2" destOrd="0" parTransId="{00EE7582-11D0-41B6-A817-A5EB262FC42F}" sibTransId="{7D527E97-1BF1-4188-AB57-7045266CC524}"/>
    <dgm:cxn modelId="{022B0A6D-CFD7-415E-9A13-43EB8219E280}" type="presOf" srcId="{BD5F8042-0A70-47F5-BB3E-42F8D410EFAD}" destId="{F190BB5F-C9B0-44B0-A9A8-DCBED962F8B2}" srcOrd="0" destOrd="0" presId="urn:microsoft.com/office/officeart/2005/8/layout/orgChart1"/>
    <dgm:cxn modelId="{8C70046D-7FC1-4B65-95E3-B45BA4E6E3B6}" type="presOf" srcId="{F68A4715-A192-4072-B796-156956F27B6D}" destId="{8CA5A1AB-A5C6-4730-A683-70D85336B0A6}" srcOrd="1" destOrd="0" presId="urn:microsoft.com/office/officeart/2005/8/layout/orgChart1"/>
    <dgm:cxn modelId="{5776B56C-8328-4D6F-86EA-01F27F3A20E7}" type="presOf" srcId="{6365E2E6-63F4-4405-89B1-FA582872F1E8}" destId="{6D6CD697-975F-436E-9508-D544C060B655}" srcOrd="0" destOrd="0" presId="urn:microsoft.com/office/officeart/2005/8/layout/orgChart1"/>
    <dgm:cxn modelId="{F065513B-ADA3-4FA3-9590-A03D00F5AA61}" type="presOf" srcId="{496DE6DB-F209-47BA-840D-BEF170C8CEB3}" destId="{DC50029E-83E0-46B5-BD62-EFDC923FA90B}" srcOrd="1" destOrd="0" presId="urn:microsoft.com/office/officeart/2005/8/layout/orgChart1"/>
    <dgm:cxn modelId="{442DA802-CDF8-48DE-8136-39A272CEE71E}" type="presOf" srcId="{00EE7582-11D0-41B6-A817-A5EB262FC42F}" destId="{335D870E-255D-470A-A09C-52F3144C92DB}" srcOrd="0" destOrd="0" presId="urn:microsoft.com/office/officeart/2005/8/layout/orgChart1"/>
    <dgm:cxn modelId="{80818ABD-D438-4EA8-A972-A749788D4551}" type="presOf" srcId="{33256463-8C66-4B21-B533-83D6B13A557D}" destId="{12BD36DF-0133-4A19-9D1F-576C7FBA5311}" srcOrd="0" destOrd="0" presId="urn:microsoft.com/office/officeart/2005/8/layout/orgChart1"/>
    <dgm:cxn modelId="{5EE8B240-82C6-4FCA-8591-D3E07F3D85F2}" srcId="{2A3899BA-A978-42B8-9A7A-2A641FAB1797}" destId="{33256463-8C66-4B21-B533-83D6B13A557D}" srcOrd="0" destOrd="0" parTransId="{FDABBAFC-7955-4756-8346-77BF36D67F53}" sibTransId="{9287E4F6-1794-4F2A-B2E1-6C2BDF732219}"/>
    <dgm:cxn modelId="{DFA8568B-FA43-419C-AF61-1B8B1281F39B}" type="presOf" srcId="{FDABBAFC-7955-4756-8346-77BF36D67F53}" destId="{C7CFEEF1-DD87-4470-8FF3-CCB6CB695463}" srcOrd="0" destOrd="0" presId="urn:microsoft.com/office/officeart/2005/8/layout/orgChart1"/>
    <dgm:cxn modelId="{85C5FA8C-4D37-42C0-B22E-C21649F8EE97}" type="presOf" srcId="{2A3899BA-A978-42B8-9A7A-2A641FAB1797}" destId="{BC83E499-E317-4B3E-9331-A2362F66FC92}" srcOrd="1" destOrd="0" presId="urn:microsoft.com/office/officeart/2005/8/layout/orgChart1"/>
    <dgm:cxn modelId="{77C90457-FACD-47F7-9234-E7C19B4B3F44}" type="presOf" srcId="{33256463-8C66-4B21-B533-83D6B13A557D}" destId="{223E9AF5-E336-415E-B199-D734D73A325E}" srcOrd="1" destOrd="0" presId="urn:microsoft.com/office/officeart/2005/8/layout/orgChart1"/>
    <dgm:cxn modelId="{BE3B0387-B397-4730-A8C7-C320E8EA0879}" type="presOf" srcId="{496DE6DB-F209-47BA-840D-BEF170C8CEB3}" destId="{4202768B-9591-4638-99C1-9EF00A834ADA}" srcOrd="0" destOrd="0" presId="urn:microsoft.com/office/officeart/2005/8/layout/orgChart1"/>
    <dgm:cxn modelId="{60777938-3178-42FE-9C60-525DAA19539B}" srcId="{2A3899BA-A978-42B8-9A7A-2A641FAB1797}" destId="{EAEB1299-EF5F-4751-819B-F53AD33142F9}" srcOrd="1" destOrd="0" parTransId="{6365E2E6-63F4-4405-89B1-FA582872F1E8}" sibTransId="{7392FE86-FD16-4095-88F4-115F5C530B9F}"/>
    <dgm:cxn modelId="{EFC3F079-541D-4F1A-A9D9-F0E44E9E23F2}" type="presOf" srcId="{EAEB1299-EF5F-4751-819B-F53AD33142F9}" destId="{E95E0E82-5AC2-4004-8553-670B0C6E85DC}" srcOrd="1" destOrd="0" presId="urn:microsoft.com/office/officeart/2005/8/layout/orgChart1"/>
    <dgm:cxn modelId="{D1C01B5F-5495-4F43-8FF9-E25ABAF8FBB4}" srcId="{567DF94A-E747-4CF5-9787-FD4C92B689E9}" destId="{2A3899BA-A978-42B8-9A7A-2A641FAB1797}" srcOrd="0" destOrd="0" parTransId="{5A7AE50E-0DA8-44CE-A19F-BAC9C8DA6CFE}" sibTransId="{7E3D42AD-56D6-4B04-AFDF-F32E7E3714C8}"/>
    <dgm:cxn modelId="{1C29CA71-2DB5-4422-BA02-9CB967A14901}" srcId="{2A3899BA-A978-42B8-9A7A-2A641FAB1797}" destId="{F68A4715-A192-4072-B796-156956F27B6D}" srcOrd="3" destOrd="0" parTransId="{BD5F8042-0A70-47F5-BB3E-42F8D410EFAD}" sibTransId="{5990CDE6-8A30-4694-80EA-8DFECBF94F87}"/>
    <dgm:cxn modelId="{F345300F-C2B3-4598-BD21-99C24384AC3F}" type="presOf" srcId="{2A3899BA-A978-42B8-9A7A-2A641FAB1797}" destId="{1934A4A5-C7BF-48D7-AB12-8791D6A75341}" srcOrd="0" destOrd="0" presId="urn:microsoft.com/office/officeart/2005/8/layout/orgChart1"/>
    <dgm:cxn modelId="{BCAFBC89-3474-4244-A6B8-850753F2EB10}" type="presOf" srcId="{F68A4715-A192-4072-B796-156956F27B6D}" destId="{F14BCC98-CECF-4A51-9CE3-2E79713931E9}" srcOrd="0" destOrd="0" presId="urn:microsoft.com/office/officeart/2005/8/layout/orgChart1"/>
    <dgm:cxn modelId="{9C4F6804-EF7A-4D12-925F-E3EA0C953075}" type="presOf" srcId="{EAEB1299-EF5F-4751-819B-F53AD33142F9}" destId="{5949BEF5-1982-45BB-A627-41AF6AD93BCF}" srcOrd="0" destOrd="0" presId="urn:microsoft.com/office/officeart/2005/8/layout/orgChart1"/>
    <dgm:cxn modelId="{2DDF77FF-71B8-4876-844F-DF73804EB5A6}" type="presOf" srcId="{567DF94A-E747-4CF5-9787-FD4C92B689E9}" destId="{274410C5-FCEF-4793-B612-7F8BE7A7B8EE}" srcOrd="0" destOrd="0" presId="urn:microsoft.com/office/officeart/2005/8/layout/orgChart1"/>
    <dgm:cxn modelId="{DA49D42B-999A-4815-AC74-42D26F41D915}" type="presParOf" srcId="{274410C5-FCEF-4793-B612-7F8BE7A7B8EE}" destId="{84817287-9370-4F34-A19E-64E4E0624FBF}" srcOrd="0" destOrd="0" presId="urn:microsoft.com/office/officeart/2005/8/layout/orgChart1"/>
    <dgm:cxn modelId="{2B582AD1-8D6E-48CE-A7A5-8DC69B3B40F0}" type="presParOf" srcId="{84817287-9370-4F34-A19E-64E4E0624FBF}" destId="{A405C177-CEB5-46D5-B751-988D98A97B11}" srcOrd="0" destOrd="0" presId="urn:microsoft.com/office/officeart/2005/8/layout/orgChart1"/>
    <dgm:cxn modelId="{F4AD8577-3385-4F52-9858-FAF281CE08C6}" type="presParOf" srcId="{A405C177-CEB5-46D5-B751-988D98A97B11}" destId="{1934A4A5-C7BF-48D7-AB12-8791D6A75341}" srcOrd="0" destOrd="0" presId="urn:microsoft.com/office/officeart/2005/8/layout/orgChart1"/>
    <dgm:cxn modelId="{08DA7A36-F315-4230-BB28-0395E79FE0C0}" type="presParOf" srcId="{A405C177-CEB5-46D5-B751-988D98A97B11}" destId="{BC83E499-E317-4B3E-9331-A2362F66FC92}" srcOrd="1" destOrd="0" presId="urn:microsoft.com/office/officeart/2005/8/layout/orgChart1"/>
    <dgm:cxn modelId="{F2C91C8F-44A2-45D5-84FD-181308E48FCF}" type="presParOf" srcId="{84817287-9370-4F34-A19E-64E4E0624FBF}" destId="{675F4D04-D210-4C32-8315-DCDCFA4B51AD}" srcOrd="1" destOrd="0" presId="urn:microsoft.com/office/officeart/2005/8/layout/orgChart1"/>
    <dgm:cxn modelId="{E08E27BD-6110-4E48-B5A8-2254BAC7F362}" type="presParOf" srcId="{675F4D04-D210-4C32-8315-DCDCFA4B51AD}" destId="{6D6CD697-975F-436E-9508-D544C060B655}" srcOrd="0" destOrd="0" presId="urn:microsoft.com/office/officeart/2005/8/layout/orgChart1"/>
    <dgm:cxn modelId="{D124AA9C-C1A6-4C1F-87BB-838F9EF8D19D}" type="presParOf" srcId="{675F4D04-D210-4C32-8315-DCDCFA4B51AD}" destId="{6A7E36D6-E80F-47B8-B0DE-5073032F6088}" srcOrd="1" destOrd="0" presId="urn:microsoft.com/office/officeart/2005/8/layout/orgChart1"/>
    <dgm:cxn modelId="{B3F53C6D-7FAF-4FB3-80C9-EB94D3C54036}" type="presParOf" srcId="{6A7E36D6-E80F-47B8-B0DE-5073032F6088}" destId="{80107008-E7CC-424C-9315-3D39F37692E7}" srcOrd="0" destOrd="0" presId="urn:microsoft.com/office/officeart/2005/8/layout/orgChart1"/>
    <dgm:cxn modelId="{F8E282C4-5E1C-4A3E-B112-1263824DCB3F}" type="presParOf" srcId="{80107008-E7CC-424C-9315-3D39F37692E7}" destId="{5949BEF5-1982-45BB-A627-41AF6AD93BCF}" srcOrd="0" destOrd="0" presId="urn:microsoft.com/office/officeart/2005/8/layout/orgChart1"/>
    <dgm:cxn modelId="{F33E0396-B746-4736-B8CB-3E8C225B0155}" type="presParOf" srcId="{80107008-E7CC-424C-9315-3D39F37692E7}" destId="{E95E0E82-5AC2-4004-8553-670B0C6E85DC}" srcOrd="1" destOrd="0" presId="urn:microsoft.com/office/officeart/2005/8/layout/orgChart1"/>
    <dgm:cxn modelId="{CDE33C05-5869-4437-88AA-AED4811482CD}" type="presParOf" srcId="{6A7E36D6-E80F-47B8-B0DE-5073032F6088}" destId="{4AB143B8-CEBC-4F6E-AF57-FB6FBC47E19E}" srcOrd="1" destOrd="0" presId="urn:microsoft.com/office/officeart/2005/8/layout/orgChart1"/>
    <dgm:cxn modelId="{F4102372-3694-468C-87F5-0D871E2E9666}" type="presParOf" srcId="{6A7E36D6-E80F-47B8-B0DE-5073032F6088}" destId="{6665F66C-1B52-4F43-88E0-6780362C3C59}" srcOrd="2" destOrd="0" presId="urn:microsoft.com/office/officeart/2005/8/layout/orgChart1"/>
    <dgm:cxn modelId="{7BE564A9-DB2F-455B-9840-3230504CF57D}" type="presParOf" srcId="{675F4D04-D210-4C32-8315-DCDCFA4B51AD}" destId="{335D870E-255D-470A-A09C-52F3144C92DB}" srcOrd="2" destOrd="0" presId="urn:microsoft.com/office/officeart/2005/8/layout/orgChart1"/>
    <dgm:cxn modelId="{A88CFDF9-7E98-48A4-9EBD-D0EF6ECA2C06}" type="presParOf" srcId="{675F4D04-D210-4C32-8315-DCDCFA4B51AD}" destId="{349BC62D-10F3-4D68-9C6F-1E9411A6B237}" srcOrd="3" destOrd="0" presId="urn:microsoft.com/office/officeart/2005/8/layout/orgChart1"/>
    <dgm:cxn modelId="{CA062A8C-7359-4971-994A-AB609AF7D397}" type="presParOf" srcId="{349BC62D-10F3-4D68-9C6F-1E9411A6B237}" destId="{85F85A53-C6BA-4DD4-AFDD-7D7F04AD9A62}" srcOrd="0" destOrd="0" presId="urn:microsoft.com/office/officeart/2005/8/layout/orgChart1"/>
    <dgm:cxn modelId="{06E45CF8-886C-4E67-8B95-2CA5BCC19015}" type="presParOf" srcId="{85F85A53-C6BA-4DD4-AFDD-7D7F04AD9A62}" destId="{4202768B-9591-4638-99C1-9EF00A834ADA}" srcOrd="0" destOrd="0" presId="urn:microsoft.com/office/officeart/2005/8/layout/orgChart1"/>
    <dgm:cxn modelId="{2F6A32E1-5172-48C1-880B-A11B120693D2}" type="presParOf" srcId="{85F85A53-C6BA-4DD4-AFDD-7D7F04AD9A62}" destId="{DC50029E-83E0-46B5-BD62-EFDC923FA90B}" srcOrd="1" destOrd="0" presId="urn:microsoft.com/office/officeart/2005/8/layout/orgChart1"/>
    <dgm:cxn modelId="{B53F3BE3-CD70-4956-BC68-C9584285B7AF}" type="presParOf" srcId="{349BC62D-10F3-4D68-9C6F-1E9411A6B237}" destId="{6291A995-D7CC-413A-9830-F606B76024E6}" srcOrd="1" destOrd="0" presId="urn:microsoft.com/office/officeart/2005/8/layout/orgChart1"/>
    <dgm:cxn modelId="{027CE564-7D9C-4595-9712-B9678D123D1D}" type="presParOf" srcId="{349BC62D-10F3-4D68-9C6F-1E9411A6B237}" destId="{0C80AA1A-49C1-4272-8CFD-43384A24B2D3}" srcOrd="2" destOrd="0" presId="urn:microsoft.com/office/officeart/2005/8/layout/orgChart1"/>
    <dgm:cxn modelId="{B622B187-7D50-4C17-849C-03876781A582}" type="presParOf" srcId="{675F4D04-D210-4C32-8315-DCDCFA4B51AD}" destId="{F190BB5F-C9B0-44B0-A9A8-DCBED962F8B2}" srcOrd="4" destOrd="0" presId="urn:microsoft.com/office/officeart/2005/8/layout/orgChart1"/>
    <dgm:cxn modelId="{87F2AF31-285F-412F-A6A2-BEFB03BCFC84}" type="presParOf" srcId="{675F4D04-D210-4C32-8315-DCDCFA4B51AD}" destId="{DC7E0B92-198A-42EC-A811-599B7B9D775A}" srcOrd="5" destOrd="0" presId="urn:microsoft.com/office/officeart/2005/8/layout/orgChart1"/>
    <dgm:cxn modelId="{B02064AA-489E-4ECE-B585-AB6132F203FF}" type="presParOf" srcId="{DC7E0B92-198A-42EC-A811-599B7B9D775A}" destId="{12EE4005-6F25-44FB-9BBB-4537754F2DE1}" srcOrd="0" destOrd="0" presId="urn:microsoft.com/office/officeart/2005/8/layout/orgChart1"/>
    <dgm:cxn modelId="{488BE755-B6FA-4883-9FAB-7DB7F1B58A75}" type="presParOf" srcId="{12EE4005-6F25-44FB-9BBB-4537754F2DE1}" destId="{F14BCC98-CECF-4A51-9CE3-2E79713931E9}" srcOrd="0" destOrd="0" presId="urn:microsoft.com/office/officeart/2005/8/layout/orgChart1"/>
    <dgm:cxn modelId="{AB94E131-A000-49F9-8DD4-2A03FDB79690}" type="presParOf" srcId="{12EE4005-6F25-44FB-9BBB-4537754F2DE1}" destId="{8CA5A1AB-A5C6-4730-A683-70D85336B0A6}" srcOrd="1" destOrd="0" presId="urn:microsoft.com/office/officeart/2005/8/layout/orgChart1"/>
    <dgm:cxn modelId="{58F00E6D-4F44-40BA-A268-A761011245DC}" type="presParOf" srcId="{DC7E0B92-198A-42EC-A811-599B7B9D775A}" destId="{58E93A8A-21A8-4EA7-8624-14FBA4E44D7D}" srcOrd="1" destOrd="0" presId="urn:microsoft.com/office/officeart/2005/8/layout/orgChart1"/>
    <dgm:cxn modelId="{856DB8E2-D4A9-4E65-B267-3BB1933BB698}" type="presParOf" srcId="{DC7E0B92-198A-42EC-A811-599B7B9D775A}" destId="{164C5C0C-0F29-4A54-89BE-7699225ABFF5}" srcOrd="2" destOrd="0" presId="urn:microsoft.com/office/officeart/2005/8/layout/orgChart1"/>
    <dgm:cxn modelId="{7E7BAF0B-D08E-4B00-B643-E568730B681C}" type="presParOf" srcId="{84817287-9370-4F34-A19E-64E4E0624FBF}" destId="{DF590E06-56EE-4902-8394-51D106A6E03E}" srcOrd="2" destOrd="0" presId="urn:microsoft.com/office/officeart/2005/8/layout/orgChart1"/>
    <dgm:cxn modelId="{9F7788FC-B9AB-493A-8153-10E5C0B0F1AA}" type="presParOf" srcId="{DF590E06-56EE-4902-8394-51D106A6E03E}" destId="{C7CFEEF1-DD87-4470-8FF3-CCB6CB695463}" srcOrd="0" destOrd="0" presId="urn:microsoft.com/office/officeart/2005/8/layout/orgChart1"/>
    <dgm:cxn modelId="{146598DE-42AD-43F1-977D-A945C2F1DB94}" type="presParOf" srcId="{DF590E06-56EE-4902-8394-51D106A6E03E}" destId="{7F07640F-4FC9-4D00-AC4D-F686A0D972DC}" srcOrd="1" destOrd="0" presId="urn:microsoft.com/office/officeart/2005/8/layout/orgChart1"/>
    <dgm:cxn modelId="{118084B4-8DD6-4E9F-B6A0-AB6ABBF32484}" type="presParOf" srcId="{7F07640F-4FC9-4D00-AC4D-F686A0D972DC}" destId="{06A2FA61-B873-4984-9DF2-737006774EA2}" srcOrd="0" destOrd="0" presId="urn:microsoft.com/office/officeart/2005/8/layout/orgChart1"/>
    <dgm:cxn modelId="{EAAB8CD8-ABDA-4AD8-A233-57EB737C3707}" type="presParOf" srcId="{06A2FA61-B873-4984-9DF2-737006774EA2}" destId="{12BD36DF-0133-4A19-9D1F-576C7FBA5311}" srcOrd="0" destOrd="0" presId="urn:microsoft.com/office/officeart/2005/8/layout/orgChart1"/>
    <dgm:cxn modelId="{DB4D69CA-503E-40F0-A4AC-7A58A855AF08}" type="presParOf" srcId="{06A2FA61-B873-4984-9DF2-737006774EA2}" destId="{223E9AF5-E336-415E-B199-D734D73A325E}" srcOrd="1" destOrd="0" presId="urn:microsoft.com/office/officeart/2005/8/layout/orgChart1"/>
    <dgm:cxn modelId="{39E03500-E98D-4F10-BB58-4DE8C8F7A457}" type="presParOf" srcId="{7F07640F-4FC9-4D00-AC4D-F686A0D972DC}" destId="{39986552-A9E7-45DE-A833-FAA947122F5A}" srcOrd="1" destOrd="0" presId="urn:microsoft.com/office/officeart/2005/8/layout/orgChart1"/>
    <dgm:cxn modelId="{4B7E1691-A2D5-47B3-9A48-8BB35109648E}" type="presParOf" srcId="{7F07640F-4FC9-4D00-AC4D-F686A0D972DC}" destId="{D1DEBD61-C77A-411B-8E56-E86C1C1DF9F1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CFEEF1-DD87-4470-8FF3-CCB6CB695463}">
      <dsp:nvSpPr>
        <dsp:cNvPr id="0" name=""/>
        <dsp:cNvSpPr/>
      </dsp:nvSpPr>
      <dsp:spPr>
        <a:xfrm>
          <a:off x="4111397" y="890850"/>
          <a:ext cx="186758" cy="818181"/>
        </a:xfrm>
        <a:custGeom>
          <a:avLst/>
          <a:gdLst/>
          <a:ahLst/>
          <a:cxnLst/>
          <a:rect l="0" t="0" r="0" b="0"/>
          <a:pathLst>
            <a:path>
              <a:moveTo>
                <a:pt x="186758" y="0"/>
              </a:moveTo>
              <a:lnTo>
                <a:pt x="186758" y="818181"/>
              </a:lnTo>
              <a:lnTo>
                <a:pt x="0" y="818181"/>
              </a:lnTo>
            </a:path>
          </a:pathLst>
        </a:custGeom>
        <a:noFill/>
        <a:ln w="19050" cap="rnd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90BB5F-C9B0-44B0-A9A8-DCBED962F8B2}">
      <dsp:nvSpPr>
        <dsp:cNvPr id="0" name=""/>
        <dsp:cNvSpPr/>
      </dsp:nvSpPr>
      <dsp:spPr>
        <a:xfrm>
          <a:off x="4298156" y="890850"/>
          <a:ext cx="2152173" cy="16363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9604"/>
              </a:lnTo>
              <a:lnTo>
                <a:pt x="2152173" y="1449604"/>
              </a:lnTo>
              <a:lnTo>
                <a:pt x="2152173" y="1636363"/>
              </a:lnTo>
            </a:path>
          </a:pathLst>
        </a:custGeom>
        <a:noFill/>
        <a:ln w="19050" cap="rnd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5D870E-255D-470A-A09C-52F3144C92DB}">
      <dsp:nvSpPr>
        <dsp:cNvPr id="0" name=""/>
        <dsp:cNvSpPr/>
      </dsp:nvSpPr>
      <dsp:spPr>
        <a:xfrm>
          <a:off x="4252436" y="890850"/>
          <a:ext cx="91440" cy="163636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36363"/>
              </a:lnTo>
            </a:path>
          </a:pathLst>
        </a:custGeom>
        <a:noFill/>
        <a:ln w="19050" cap="rnd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6CD697-975F-436E-9508-D544C060B655}">
      <dsp:nvSpPr>
        <dsp:cNvPr id="0" name=""/>
        <dsp:cNvSpPr/>
      </dsp:nvSpPr>
      <dsp:spPr>
        <a:xfrm>
          <a:off x="2145982" y="890850"/>
          <a:ext cx="2152173" cy="1636363"/>
        </a:xfrm>
        <a:custGeom>
          <a:avLst/>
          <a:gdLst/>
          <a:ahLst/>
          <a:cxnLst/>
          <a:rect l="0" t="0" r="0" b="0"/>
          <a:pathLst>
            <a:path>
              <a:moveTo>
                <a:pt x="2152173" y="0"/>
              </a:moveTo>
              <a:lnTo>
                <a:pt x="2152173" y="1449604"/>
              </a:lnTo>
              <a:lnTo>
                <a:pt x="0" y="1449604"/>
              </a:lnTo>
              <a:lnTo>
                <a:pt x="0" y="1636363"/>
              </a:lnTo>
            </a:path>
          </a:pathLst>
        </a:custGeom>
        <a:noFill/>
        <a:ln w="19050" cap="rnd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34A4A5-C7BF-48D7-AB12-8791D6A75341}">
      <dsp:nvSpPr>
        <dsp:cNvPr id="0" name=""/>
        <dsp:cNvSpPr/>
      </dsp:nvSpPr>
      <dsp:spPr>
        <a:xfrm>
          <a:off x="3408828" y="1522"/>
          <a:ext cx="1778655" cy="889327"/>
        </a:xfrm>
        <a:prstGeom prst="rect">
          <a:avLst/>
        </a:prstGeom>
        <a:solidFill>
          <a:schemeClr val="tx1">
            <a:lumMod val="65000"/>
            <a:lumOff val="3500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>
              <a:solidFill>
                <a:schemeClr val="tx1"/>
              </a:solidFill>
            </a:rPr>
            <a:t>Jane peters </a:t>
          </a:r>
        </a:p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>
              <a:solidFill>
                <a:schemeClr val="tx1"/>
              </a:solidFill>
            </a:rPr>
            <a:t>CEO</a:t>
          </a:r>
          <a:endParaRPr lang="en-PK" sz="2500" kern="1200" dirty="0">
            <a:solidFill>
              <a:schemeClr val="tx1"/>
            </a:solidFill>
          </a:endParaRPr>
        </a:p>
      </dsp:txBody>
      <dsp:txXfrm>
        <a:off x="3408828" y="1522"/>
        <a:ext cx="1778655" cy="889327"/>
      </dsp:txXfrm>
    </dsp:sp>
    <dsp:sp modelId="{5949BEF5-1982-45BB-A627-41AF6AD93BCF}">
      <dsp:nvSpPr>
        <dsp:cNvPr id="0" name=""/>
        <dsp:cNvSpPr/>
      </dsp:nvSpPr>
      <dsp:spPr>
        <a:xfrm>
          <a:off x="1256654" y="2527213"/>
          <a:ext cx="1778655" cy="889327"/>
        </a:xfrm>
        <a:prstGeom prst="rect">
          <a:avLst/>
        </a:prstGeom>
        <a:solidFill>
          <a:srgbClr val="FFFF00"/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>
              <a:solidFill>
                <a:schemeClr val="tx1"/>
              </a:solidFill>
              <a:latin typeface="Agency FB" panose="020B0503020202020204" pitchFamily="34" charset="0"/>
            </a:rPr>
            <a:t>Nathan Sams Creative Director</a:t>
          </a:r>
          <a:endParaRPr lang="en-PK" sz="2500" kern="1200" dirty="0">
            <a:solidFill>
              <a:schemeClr val="tx1"/>
            </a:solidFill>
            <a:latin typeface="Agency FB" panose="020B0503020202020204" pitchFamily="34" charset="0"/>
          </a:endParaRPr>
        </a:p>
      </dsp:txBody>
      <dsp:txXfrm>
        <a:off x="1256654" y="2527213"/>
        <a:ext cx="1778655" cy="889327"/>
      </dsp:txXfrm>
    </dsp:sp>
    <dsp:sp modelId="{4202768B-9591-4638-99C1-9EF00A834ADA}">
      <dsp:nvSpPr>
        <dsp:cNvPr id="0" name=""/>
        <dsp:cNvSpPr/>
      </dsp:nvSpPr>
      <dsp:spPr>
        <a:xfrm>
          <a:off x="3408828" y="2527213"/>
          <a:ext cx="1778655" cy="889327"/>
        </a:xfrm>
        <a:prstGeom prst="rect">
          <a:avLst/>
        </a:prstGeom>
        <a:solidFill>
          <a:srgbClr val="FFFF00"/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>
              <a:solidFill>
                <a:schemeClr val="tx1"/>
              </a:solidFill>
              <a:latin typeface="Bahnschrift SemiBold" panose="020B0502040204020203" pitchFamily="34" charset="0"/>
            </a:rPr>
            <a:t>John Black Sales</a:t>
          </a:r>
          <a:endParaRPr lang="en-PK" sz="2500" kern="1200" dirty="0">
            <a:solidFill>
              <a:schemeClr val="tx1"/>
            </a:solidFill>
            <a:latin typeface="Bahnschrift SemiBold" panose="020B0502040204020203" pitchFamily="34" charset="0"/>
          </a:endParaRPr>
        </a:p>
      </dsp:txBody>
      <dsp:txXfrm>
        <a:off x="3408828" y="2527213"/>
        <a:ext cx="1778655" cy="889327"/>
      </dsp:txXfrm>
    </dsp:sp>
    <dsp:sp modelId="{F14BCC98-CECF-4A51-9CE3-2E79713931E9}">
      <dsp:nvSpPr>
        <dsp:cNvPr id="0" name=""/>
        <dsp:cNvSpPr/>
      </dsp:nvSpPr>
      <dsp:spPr>
        <a:xfrm>
          <a:off x="5561001" y="2527213"/>
          <a:ext cx="1778655" cy="889327"/>
        </a:xfrm>
        <a:prstGeom prst="rect">
          <a:avLst/>
        </a:prstGeom>
        <a:solidFill>
          <a:srgbClr val="FFFF00"/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>
              <a:solidFill>
                <a:schemeClr val="tx1"/>
              </a:solidFill>
              <a:latin typeface="Bookman Old Style" panose="02050604050505020204" pitchFamily="18" charset="0"/>
            </a:rPr>
            <a:t>Mariam </a:t>
          </a:r>
          <a:r>
            <a:rPr lang="en-US" sz="2500" kern="1200" dirty="0">
              <a:solidFill>
                <a:schemeClr val="tx1"/>
              </a:solidFill>
              <a:latin typeface="Bookman Old Style" panose="02050604050505020204" pitchFamily="18" charset="0"/>
            </a:rPr>
            <a:t>Solberg IT</a:t>
          </a:r>
          <a:endParaRPr lang="en-PK" sz="2500" kern="1200" dirty="0">
            <a:solidFill>
              <a:schemeClr val="tx1"/>
            </a:solidFill>
            <a:latin typeface="Bookman Old Style" panose="02050604050505020204" pitchFamily="18" charset="0"/>
          </a:endParaRPr>
        </a:p>
      </dsp:txBody>
      <dsp:txXfrm>
        <a:off x="5561001" y="2527213"/>
        <a:ext cx="1778655" cy="889327"/>
      </dsp:txXfrm>
    </dsp:sp>
    <dsp:sp modelId="{12BD36DF-0133-4A19-9D1F-576C7FBA5311}">
      <dsp:nvSpPr>
        <dsp:cNvPr id="0" name=""/>
        <dsp:cNvSpPr/>
      </dsp:nvSpPr>
      <dsp:spPr>
        <a:xfrm>
          <a:off x="2332741" y="1264368"/>
          <a:ext cx="1778655" cy="889327"/>
        </a:xfrm>
        <a:prstGeom prst="rect">
          <a:avLst/>
        </a:prstGeom>
        <a:solidFill>
          <a:schemeClr val="accent2"/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>
              <a:solidFill>
                <a:schemeClr val="tx1"/>
              </a:solidFill>
              <a:latin typeface="Colonna MT" panose="04020805060202030203" pitchFamily="82" charset="0"/>
            </a:rPr>
            <a:t>Jo Whalley</a:t>
          </a:r>
        </a:p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>
              <a:solidFill>
                <a:schemeClr val="tx1"/>
              </a:solidFill>
              <a:latin typeface="Colonna MT" panose="04020805060202030203" pitchFamily="82" charset="0"/>
            </a:rPr>
            <a:t>PA </a:t>
          </a:r>
          <a:endParaRPr lang="en-PK" sz="2500" kern="1200" dirty="0">
            <a:solidFill>
              <a:schemeClr val="tx1"/>
            </a:solidFill>
            <a:latin typeface="Colonna MT" panose="04020805060202030203" pitchFamily="82" charset="0"/>
          </a:endParaRPr>
        </a:p>
      </dsp:txBody>
      <dsp:txXfrm>
        <a:off x="2332741" y="1264368"/>
        <a:ext cx="1778655" cy="8893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0.02899</cdr:x>
      <cdr:y>0.40913</cdr:y>
    </cdr:from>
    <cdr:to>
      <cdr:x>0.11916</cdr:x>
      <cdr:y>0.59087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253219" y="2216963"/>
          <a:ext cx="787791" cy="98473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200" dirty="0" smtClean="0"/>
            <a:t>Number of People Asleep</a:t>
          </a:r>
          <a:endParaRPr lang="en-US" sz="1200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0F1FCE-4070-4D03-B1A5-333BBF2AF25F}" type="datetimeFigureOut">
              <a:rPr lang="en-PK" smtClean="0"/>
              <a:t>11/17/2023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855155-C679-4AF0-B243-EE4C0F66CE6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31857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49F42-1AF1-4292-B0C2-F2F8853BDEED}" type="datetime8">
              <a:rPr lang="en-PK" smtClean="0"/>
              <a:t>11/17/2023 07:11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0C341-4A18-4DD6-955C-78B4E91CD062}" type="slidenum">
              <a:rPr lang="en-PK" smtClean="0"/>
              <a:t>‹#›</a:t>
            </a:fld>
            <a:endParaRPr lang="en-PK"/>
          </a:p>
        </p:txBody>
      </p:sp>
      <p:pic>
        <p:nvPicPr>
          <p:cNvPr id="18" name="Picture 2" descr="Sukkur IBA University - Wikipedia">
            <a:extLst>
              <a:ext uri="{FF2B5EF4-FFF2-40B4-BE49-F238E27FC236}">
                <a16:creationId xmlns:a16="http://schemas.microsoft.com/office/drawing/2014/main" id="{9BDBCEC3-777F-450E-A07D-E2E3B1BE963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9826" y="1510904"/>
            <a:ext cx="1114425" cy="761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9143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762792"/>
            <a:ext cx="8596668" cy="132080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3178971"/>
            <a:ext cx="8596668" cy="27670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875F0-1B1F-433A-B246-9E0259A5FD3F}" type="datetime8">
              <a:rPr lang="en-PK" smtClean="0"/>
              <a:t>11/17/2023 07:11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0C341-4A18-4DD6-955C-78B4E91CD062}" type="slidenum">
              <a:rPr lang="en-PK" smtClean="0"/>
              <a:t>‹#›</a:t>
            </a:fld>
            <a:endParaRPr lang="en-PK"/>
          </a:p>
        </p:txBody>
      </p:sp>
      <p:pic>
        <p:nvPicPr>
          <p:cNvPr id="7" name="Picture 2" descr="Sukkur IBA University - Wikipedia">
            <a:extLst>
              <a:ext uri="{FF2B5EF4-FFF2-40B4-BE49-F238E27FC236}">
                <a16:creationId xmlns:a16="http://schemas.microsoft.com/office/drawing/2014/main" id="{3633AEC3-0B77-4257-9903-5C3D81C43A1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9577" y="1000793"/>
            <a:ext cx="1114425" cy="761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328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9F344-E705-4DD1-A069-DD9D34BFFA39}" type="datetime8">
              <a:rPr lang="en-PK" smtClean="0"/>
              <a:t>11/17/2023 07:11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0C341-4A18-4DD6-955C-78B4E91CD06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61572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AE31B-FBD9-4CAC-B26C-56457E37DEB4}" type="datetime8">
              <a:rPr lang="en-PK" smtClean="0"/>
              <a:t>11/17/2023 07:11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0C341-4A18-4DD6-955C-78B4E91CD06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8561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8456" y="1169111"/>
            <a:ext cx="8596668" cy="85663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353E2-D9B8-4C0D-87FD-A74B32FC844D}" type="datetime8">
              <a:rPr lang="en-PK" smtClean="0"/>
              <a:t>11/17/2023 07:11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0C341-4A18-4DD6-955C-78B4E91CD062}" type="slidenum">
              <a:rPr lang="en-PK" smtClean="0"/>
              <a:t>‹#›</a:t>
            </a:fld>
            <a:endParaRPr lang="en-PK"/>
          </a:p>
        </p:txBody>
      </p:sp>
      <p:pic>
        <p:nvPicPr>
          <p:cNvPr id="10" name="Picture 2" descr="Sukkur IBA University - Wikipedia">
            <a:extLst>
              <a:ext uri="{FF2B5EF4-FFF2-40B4-BE49-F238E27FC236}">
                <a16:creationId xmlns:a16="http://schemas.microsoft.com/office/drawing/2014/main" id="{82A41F3C-E6A7-47ED-9D73-8C0D4289E95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7072" y="407112"/>
            <a:ext cx="1114425" cy="761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5425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9875" y="1631217"/>
            <a:ext cx="8596668" cy="33340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F35D7-698A-4DBE-872E-408EB3291A10}" type="datetime8">
              <a:rPr lang="en-PK" smtClean="0"/>
              <a:t>11/17/2023 07:11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0C341-4A18-4DD6-955C-78B4E91CD062}" type="slidenum">
              <a:rPr lang="en-PK" smtClean="0"/>
              <a:t>‹#›</a:t>
            </a:fld>
            <a:endParaRPr lang="en-PK" dirty="0"/>
          </a:p>
        </p:txBody>
      </p:sp>
      <p:pic>
        <p:nvPicPr>
          <p:cNvPr id="9" name="Picture 2" descr="Sukkur IBA University - Wikipedia">
            <a:extLst>
              <a:ext uri="{FF2B5EF4-FFF2-40B4-BE49-F238E27FC236}">
                <a16:creationId xmlns:a16="http://schemas.microsoft.com/office/drawing/2014/main" id="{FC530278-D302-462B-A442-27335A8794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3450" y="869218"/>
            <a:ext cx="1114425" cy="761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8248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1899-77CC-46FF-B791-2BDB44381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00B92E-50D0-4193-A282-184A7CD09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C8181-DE3E-4305-98F1-7ADDC632D72B}" type="datetime8">
              <a:rPr lang="en-PK" smtClean="0"/>
              <a:t>11/17/2023 07:11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FB6739-9494-4563-9CA5-B5467660E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0D76AD-EB89-4358-8EA2-CCD7A4AB1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0C341-4A18-4DD6-955C-78B4E91CD06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71214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64F62-5C7F-4EB2-A30C-250047137AB6}" type="datetime8">
              <a:rPr lang="en-PK" smtClean="0"/>
              <a:t>11/17/2023 07:11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0C341-4A18-4DD6-955C-78B4E91CD06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22013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CC47-36A3-4E33-B5E3-6388B29B67E6}" type="datetime8">
              <a:rPr lang="en-PK" smtClean="0"/>
              <a:t>11/17/2023 07:11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0C341-4A18-4DD6-955C-78B4E91CD06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26021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1490662"/>
            <a:ext cx="8596668" cy="2964656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C9F0B-7378-4609-9596-ADA9ACE2217E}" type="datetime8">
              <a:rPr lang="en-PK" smtClean="0"/>
              <a:t>11/17/2023 07:11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0C341-4A18-4DD6-955C-78B4E91CD062}" type="slidenum">
              <a:rPr lang="en-PK" smtClean="0"/>
              <a:t>‹#›</a:t>
            </a:fld>
            <a:endParaRPr lang="en-PK"/>
          </a:p>
        </p:txBody>
      </p:sp>
      <p:pic>
        <p:nvPicPr>
          <p:cNvPr id="8" name="Picture 2" descr="Sukkur IBA University - Wikipedia">
            <a:extLst>
              <a:ext uri="{FF2B5EF4-FFF2-40B4-BE49-F238E27FC236}">
                <a16:creationId xmlns:a16="http://schemas.microsoft.com/office/drawing/2014/main" id="{CA2B3D05-1136-4DDB-BEC5-5FDA3AE071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9576" y="728663"/>
            <a:ext cx="1114425" cy="761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7398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75DB0-00A6-461C-96F4-EC9C9A21DCD5}" type="datetime8">
              <a:rPr lang="en-PK" smtClean="0"/>
              <a:t>11/17/2023 07:11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0C341-4A18-4DD6-955C-78B4E91CD06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714977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E1CA3-9B55-4FB9-B877-EE748EFA1801}" type="datetime8">
              <a:rPr lang="en-PK" smtClean="0"/>
              <a:t>11/17/2023 07:11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0C341-4A18-4DD6-955C-78B4E91CD062}" type="slidenum">
              <a:rPr lang="en-PK" smtClean="0"/>
              <a:t>‹#›</a:t>
            </a:fld>
            <a:endParaRPr lang="en-PK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672099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6C4CE-10DD-4CF7-8DD0-2D6C8096AC3F}" type="datetime8">
              <a:rPr lang="en-PK" smtClean="0"/>
              <a:t>11/17/2023 07:11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0C341-4A18-4DD6-955C-78B4E91CD06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825210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C339F-DC3B-4578-A847-718419081513}" type="datetime8">
              <a:rPr lang="en-PK" smtClean="0"/>
              <a:t>11/17/2023 07:11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0C341-4A18-4DD6-955C-78B4E91CD062}" type="slidenum">
              <a:rPr lang="en-PK" smtClean="0"/>
              <a:t>‹#›</a:t>
            </a:fld>
            <a:endParaRPr lang="en-PK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21723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AE96-C383-45BD-AB09-621949319A2E}" type="datetime8">
              <a:rPr lang="en-PK" smtClean="0"/>
              <a:t>11/17/2023 07:11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0C341-4A18-4DD6-955C-78B4E91CD06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139212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29168-BBAB-46EF-B167-9104610B049D}" type="datetime8">
              <a:rPr lang="en-PK" smtClean="0"/>
              <a:t>11/17/2023 07:11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0C341-4A18-4DD6-955C-78B4E91CD06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814567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3637E-38B8-41D3-A3BC-7EC7B390486D}" type="datetime8">
              <a:rPr lang="en-PK" smtClean="0"/>
              <a:t>11/17/2023 07:11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0C341-4A18-4DD6-955C-78B4E91CD06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297058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047C0-B4E5-4DAF-A028-C31833EF5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C16061-371F-4442-82FC-901EF7020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0F0AC-13C7-4051-8522-CD6A875EA16A}" type="datetime8">
              <a:rPr lang="en-PK" smtClean="0"/>
              <a:t>11/17/2023 07:11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EE14A3-7E2B-4FD1-A506-205F94AF7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B98A2B-C6A7-494C-85F4-69A437E3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0C341-4A18-4DD6-955C-78B4E91CD06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811558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ED54B-5F8F-4463-8484-C70868FBB8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D15E43-6425-47C6-B258-4555B78AF0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53456-5909-459C-A492-F9386FB46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4EBD-CDDC-4EB5-B306-0DC267CE36D5}" type="datetime8">
              <a:rPr lang="en-PK" smtClean="0"/>
              <a:t>11/17/2023 07:11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AF1C6-2775-486C-8B59-2388562C4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F308F-0DCD-46AB-A852-1F054CAB7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FD575-9EF2-4D31-A677-BA0E33AA8D4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403522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2AB68-C83D-42B5-AF16-4455F1835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B4785-4C04-4193-ACE5-984C27912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5CA4A-E0E0-4779-847F-634E2C47C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8C305-ACA9-46C1-8A97-5FB847CF665D}" type="datetime8">
              <a:rPr lang="en-PK" smtClean="0"/>
              <a:t>11/17/2023 07:11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604D7-AC5A-4EE7-8721-34551B8EE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8AF2F-8D8B-486B-9C9B-9D2B5461E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FD575-9EF2-4D31-A677-BA0E33AA8D4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875883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1C67D-ACF2-4C71-9F6B-6C220B5C9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4C3778-0D60-4001-B9D9-CE162065A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84E61-50E4-46AB-A9A9-54DC07532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E87A7-9093-4167-AD89-196327FA92CC}" type="datetime8">
              <a:rPr lang="en-PK" smtClean="0"/>
              <a:t>11/17/2023 07:11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3F9E8-3888-456A-B041-599AA425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A56D2-F357-4024-81F0-54278F11B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FD575-9EF2-4D31-A677-BA0E33AA8D4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3575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11C07-592F-486F-B19D-0354F23D6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E670C-4118-4C69-B355-CC28C96FC7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64B0E2-B5E5-40F7-B46B-0798B3C1B3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61D9EA-3880-483F-84B4-72FE1CF87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D0A8E-4056-46E3-A009-84AAFF200E20}" type="datetime8">
              <a:rPr lang="en-PK" smtClean="0"/>
              <a:t>11/17/2023 07:11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2BDA96-150D-47E0-B42F-911B6EA46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1740C4-1C2A-45EE-AB73-D1246A04D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FD575-9EF2-4D31-A677-BA0E33AA8D4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028665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136AB-F47E-4A44-942F-BDAB68F01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D26122-98AD-4DA0-B6A0-D594B0AF9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5540C8-74BF-4D20-AEAC-E1DD1760E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8BFECF-9721-457C-9042-7349F78497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6099D8-D777-42C9-8155-3F89384553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A593EE-DC31-46DF-877C-E690E7E6B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410D6-A109-4935-8F01-25FC1796C6BD}" type="datetime8">
              <a:rPr lang="en-PK" smtClean="0"/>
              <a:t>11/17/2023 07:11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18F0B8-B509-46EF-AB42-1D5AC9751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FC69D5-CDC5-4A32-BC7A-5AB8375E5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FD575-9EF2-4D31-A677-BA0E33AA8D4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105522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BF2E5-F226-4550-81A4-EB73C5F11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9A8E46-9B9B-43A9-9628-BC317CB14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8333A-E378-4228-AD1D-EEA29A532CEF}" type="datetime8">
              <a:rPr lang="en-PK" smtClean="0"/>
              <a:t>11/17/2023 07:11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1D33E-17BE-451B-8DA6-4FA2D7B2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7E09CE-976D-4524-A078-06A5338A1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FD575-9EF2-4D31-A677-BA0E33AA8D4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9504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400361-9B8A-4771-8924-B33238943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CDE0A-BFC0-490A-9D14-621963097FE4}" type="datetime8">
              <a:rPr lang="en-PK" smtClean="0"/>
              <a:t>11/17/2023 07:11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588B3B-32E9-43BF-A72F-B86784ED3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5EE92-06B2-49E2-B76D-330017FE8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FD575-9EF2-4D31-A677-BA0E33AA8D4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0679259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DCD13-56C4-42CC-9AF9-FFBA4A1B8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E4EF2-BDAC-43AD-97B1-46B6A5671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2DA203-59E8-4049-99F7-00D9A517D1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635B3-74A9-4099-ACCF-7D4019A71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AF33F-2B4B-405F-BE2B-CB0191601EF0}" type="datetime8">
              <a:rPr lang="en-PK" smtClean="0"/>
              <a:t>11/17/2023 07:11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2A1A24-B7F3-4BEF-8D06-08E892333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4D3EFB-9239-4AE6-A652-CD789E89E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FD575-9EF2-4D31-A677-BA0E33AA8D4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378319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31175-67C3-408B-B61F-1CBE0C22A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798245-2A41-4019-9CD5-632046E2D5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7AA10F-28F3-4485-9FAA-26A63DF071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CD84FB-D2FF-4746-8DDC-5AE389150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96B2B-FC49-4AF4-9E51-60044F672AB3}" type="datetime8">
              <a:rPr lang="en-PK" smtClean="0"/>
              <a:t>11/17/2023 07:11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E5214B-B5C0-4951-9AF8-A6B1F618D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2416D0-AAF0-4ED5-8E89-AA4D84218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FD575-9EF2-4D31-A677-BA0E33AA8D4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427029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F8790-81DE-4F0D-B33B-75C19EAC2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D62919-E503-4D9C-B09E-231202D721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79CEE-F957-4705-877C-4436EF519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6ADDF-1EAB-4CBC-BB54-5D8826E40AF7}" type="datetime8">
              <a:rPr lang="en-PK" smtClean="0"/>
              <a:t>11/17/2023 07:11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60737-23BF-46F5-BE28-B74DC8456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7DF86-AAA2-4FEF-9C00-420B4480D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FD575-9EF2-4D31-A677-BA0E33AA8D4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769134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89C731-1546-4300-A297-CBC328EBEB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4EA18A-2E28-48C0-ADBE-E5DE19F2FB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CCD78-5AB7-4FA3-A191-498397AD9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54B43-3561-4DF1-A3F7-30EBE2B55814}" type="datetime8">
              <a:rPr lang="en-PK" smtClean="0"/>
              <a:t>11/17/2023 07:11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D50CE-73FA-41A5-9650-ABE05512E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8A6373-3140-4040-9BC4-8D9F4211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FD575-9EF2-4D31-A677-BA0E33AA8D4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86154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											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CC4D1-149D-41D1-BCFE-65AF68F2CBFB}" type="datetime8">
              <a:rPr lang="en-PK" smtClean="0"/>
              <a:t>11/17/2023 07:11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440C341-4A18-4DD6-955C-78B4E91CD06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92558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95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A60825-C131-4260-B775-8BC856DC6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5BCED-3467-4C35-AE30-EDB0D16AB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93DDD-FB3B-4651-AE2A-E265882DA9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4A84D-F480-48BE-BC3E-B456A891B506}" type="datetime8">
              <a:rPr lang="en-PK" smtClean="0"/>
              <a:t>11/17/2023 07:11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F7901-7A70-4063-9973-5448FC6252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DBF48-F947-41C8-9356-D173947B23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BFD575-9EF2-4D31-A677-BA0E33AA8D4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6288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Middleware" TargetMode="External"/><Relationship Id="rId3" Type="http://schemas.openxmlformats.org/officeDocument/2006/relationships/hyperlink" Target="https://en.wikipedia.org/wiki/Unified_communications" TargetMode="External"/><Relationship Id="rId7" Type="http://schemas.openxmlformats.org/officeDocument/2006/relationships/hyperlink" Target="https://en.wikipedia.org/wiki/Enterprise_software" TargetMode="External"/><Relationship Id="rId2" Type="http://schemas.openxmlformats.org/officeDocument/2006/relationships/hyperlink" Target="https://en.wikipedia.org/wiki/Information_technology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Telephone" TargetMode="External"/><Relationship Id="rId5" Type="http://schemas.openxmlformats.org/officeDocument/2006/relationships/hyperlink" Target="https://en.wikipedia.org/wiki/Telecommunications" TargetMode="External"/><Relationship Id="rId4" Type="http://schemas.openxmlformats.org/officeDocument/2006/relationships/hyperlink" Target="https://en.wikipedia.org/wiki/Information_and_communications_technology#cite_note-ICT-D-00-1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ebp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8FD1D66-FF5C-4328-866B-E33D20E1C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99" y="1946365"/>
            <a:ext cx="8596668" cy="3814355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/>
            </a:r>
            <a:b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/>
            </a:r>
            <a:b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Information and Communication </a:t>
            </a:r>
            <a:r>
              <a:rPr lang="en-US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Technology</a:t>
            </a:r>
            <a:br>
              <a:rPr lang="en-US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en-US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/>
            </a:r>
            <a:br>
              <a:rPr lang="en-US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en-US" sz="27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Introduction to ICT</a:t>
            </a:r>
            <a:r>
              <a:rPr lang="en-US" sz="27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/>
            </a:r>
            <a:br>
              <a:rPr lang="en-US" sz="27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</a:br>
            <a:r>
              <a:rPr lang="en-US" sz="27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Data VS Information</a:t>
            </a:r>
            <a:endParaRPr lang="en-PK" sz="27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F19E9EE-5EE8-48A7-A219-56ABE3C76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0C341-4A18-4DD6-955C-78B4E91CD062}" type="slidenum">
              <a:rPr lang="en-PK" smtClean="0"/>
              <a:t>1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9578519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8FDCF-22C2-4E8C-8CDA-C519D2645A63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/>
          <a:lstStyle/>
          <a:p>
            <a:r>
              <a:rPr lang="en-US" dirty="0"/>
              <a:t>Introduction to ICT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BBF999-A8C2-477D-962F-28701FBA7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3083592"/>
            <a:ext cx="8596668" cy="3316848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just"/>
            <a:r>
              <a:rPr lang="en-US" sz="2400" b="1" dirty="0"/>
              <a:t>Information and communications technology</a:t>
            </a:r>
            <a:r>
              <a:rPr lang="en-US" sz="2400" dirty="0"/>
              <a:t> (</a:t>
            </a:r>
            <a:r>
              <a:rPr lang="en-US" sz="2400" b="1" dirty="0"/>
              <a:t>ICT</a:t>
            </a:r>
            <a:r>
              <a:rPr lang="en-US" sz="2400" dirty="0"/>
              <a:t>) is an extensional term for </a:t>
            </a:r>
            <a:r>
              <a:rPr lang="en-US" sz="2400" dirty="0">
                <a:hlinkClick r:id="rId2" tooltip="Information technology"/>
              </a:rPr>
              <a:t>information technology</a:t>
            </a:r>
            <a:r>
              <a:rPr lang="en-US" sz="2400" dirty="0"/>
              <a:t> (IT) that stresses the role of </a:t>
            </a:r>
            <a:r>
              <a:rPr lang="en-US" sz="2400" dirty="0">
                <a:hlinkClick r:id="rId3" tooltip="Unified communications"/>
              </a:rPr>
              <a:t>unified communications</a:t>
            </a:r>
            <a:r>
              <a:rPr lang="en-US" sz="2400" baseline="30000" dirty="0">
                <a:hlinkClick r:id="rId4"/>
              </a:rPr>
              <a:t>[1]</a:t>
            </a:r>
            <a:r>
              <a:rPr lang="en-US" sz="2400" dirty="0"/>
              <a:t> and the integration of </a:t>
            </a:r>
            <a:r>
              <a:rPr lang="en-US" sz="2400" dirty="0">
                <a:hlinkClick r:id="rId5" tooltip="Telecommunications"/>
              </a:rPr>
              <a:t>telecommunications</a:t>
            </a:r>
            <a:r>
              <a:rPr lang="en-US" sz="2400" dirty="0"/>
              <a:t> (</a:t>
            </a:r>
            <a:r>
              <a:rPr lang="en-US" sz="2400" dirty="0">
                <a:hlinkClick r:id="rId6" tooltip="Telephone"/>
              </a:rPr>
              <a:t>telephone</a:t>
            </a:r>
            <a:r>
              <a:rPr lang="en-US" sz="2400" dirty="0"/>
              <a:t> lines and wireless signals) and computers, as well as necessary </a:t>
            </a:r>
            <a:r>
              <a:rPr lang="en-US" sz="2400" dirty="0">
                <a:hlinkClick r:id="rId7" tooltip="Enterprise software"/>
              </a:rPr>
              <a:t>enterprise software</a:t>
            </a:r>
            <a:r>
              <a:rPr lang="en-US" sz="2400" dirty="0"/>
              <a:t>, </a:t>
            </a:r>
            <a:r>
              <a:rPr lang="en-US" sz="2400" dirty="0">
                <a:hlinkClick r:id="rId8" tooltip="Middleware"/>
              </a:rPr>
              <a:t>middleware</a:t>
            </a:r>
            <a:r>
              <a:rPr lang="en-US" sz="2400" dirty="0"/>
              <a:t>, storage and audiovisual, that enable users to access, store, transmit, understand and manipulate information.</a:t>
            </a:r>
            <a:endParaRPr lang="en-PK" sz="24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8FAF366-1E8D-4583-B801-D7E21B995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0C341-4A18-4DD6-955C-78B4E91CD062}" type="slidenum">
              <a:rPr lang="en-PK" smtClean="0"/>
              <a:t>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6591929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D92E26-6AB5-4929-B050-3C95E8D2C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186377"/>
            <a:ext cx="8596668" cy="947738"/>
          </a:xfrm>
          <a:solidFill>
            <a:schemeClr val="tx2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/>
              <a:t>Differences</a:t>
            </a:r>
            <a:endParaRPr lang="en-PK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A7F455-88A4-4EC9-B749-446FE8221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1679" y="2134115"/>
            <a:ext cx="4412637" cy="771525"/>
          </a:xfrm>
          <a:solidFill>
            <a:schemeClr val="accent3"/>
          </a:solidFill>
        </p:spPr>
        <p:txBody>
          <a:bodyPr/>
          <a:lstStyle/>
          <a:p>
            <a:pPr algn="ctr"/>
            <a:r>
              <a:rPr lang="en-US" dirty="0"/>
              <a:t>Data	</a:t>
            </a:r>
            <a:endParaRPr lang="en-PK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6FC884-021E-419E-9456-179F7BABDE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1679" y="2905641"/>
            <a:ext cx="4412637" cy="3185672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Data is unprocessed.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8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 err="1"/>
              <a:t>ata</a:t>
            </a:r>
            <a:r>
              <a:rPr lang="en-US" sz="2800" dirty="0"/>
              <a:t> is independent of information.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Data alone can never be significant.</a:t>
            </a:r>
          </a:p>
          <a:p>
            <a:pPr>
              <a:buFont typeface="Wingdings" panose="05000000000000000000" pitchFamily="2" charset="2"/>
              <a:buChar char="v"/>
            </a:pPr>
            <a:endParaRPr lang="en-PK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DE86779-C5ED-4A6B-95D9-823820D601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88383" y="2134121"/>
            <a:ext cx="4185618" cy="771525"/>
          </a:xfrm>
          <a:solidFill>
            <a:schemeClr val="accent3"/>
          </a:solidFill>
        </p:spPr>
        <p:txBody>
          <a:bodyPr/>
          <a:lstStyle/>
          <a:p>
            <a:pPr algn="ctr"/>
            <a:r>
              <a:rPr lang="en-US" dirty="0"/>
              <a:t>Information</a:t>
            </a:r>
            <a:endParaRPr lang="en-PK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97C978B-BEEA-4016-999C-54CF94BD6E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24318" y="2905641"/>
            <a:ext cx="4185617" cy="3185672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Information is processed.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Information is dependent on data.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Information can be significant without data.</a:t>
            </a:r>
            <a:endParaRPr lang="en-PK" sz="2800" dirty="0"/>
          </a:p>
          <a:p>
            <a:pPr>
              <a:buFont typeface="Wingdings" panose="05000000000000000000" pitchFamily="2" charset="2"/>
              <a:buChar char="v"/>
            </a:pPr>
            <a:endParaRPr lang="en-PK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B00328-AF84-45A2-AD23-41142848B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0C341-4A18-4DD6-955C-78B4E91CD062}" type="slidenum">
              <a:rPr lang="en-PK" smtClean="0"/>
              <a:t>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3081078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build="p" animBg="1"/>
      <p:bldP spid="6" grpId="0" build="p" animBg="1"/>
      <p:bldP spid="7" grpId="0" build="p" animBg="1"/>
      <p:bldP spid="8" grpId="0" build="p" animBg="1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B5BB1EE-5E57-4B77-AE9C-25CB48E1B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 1.1.</a:t>
            </a:r>
            <a:endParaRPr lang="en-PK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2C85C10-2C72-4875-8DB2-4654304758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solidFill>
            <a:srgbClr val="7030A0"/>
          </a:solidFill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Data VS Information</a:t>
            </a:r>
            <a:endParaRPr lang="en-PK" sz="4000" dirty="0">
              <a:solidFill>
                <a:schemeClr val="tx1"/>
              </a:solidFill>
            </a:endParaRPr>
          </a:p>
        </p:txBody>
      </p:sp>
      <p:pic>
        <p:nvPicPr>
          <p:cNvPr id="1028" name="Picture 4" descr="Data Vs Information: The Ultimate Guide | by Canopus ...">
            <a:extLst>
              <a:ext uri="{FF2B5EF4-FFF2-40B4-BE49-F238E27FC236}">
                <a16:creationId xmlns:a16="http://schemas.microsoft.com/office/drawing/2014/main" id="{4F70EADF-3E00-4200-84A3-E703EF266432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42" b="5789"/>
          <a:stretch/>
        </p:blipFill>
        <p:spPr bwMode="auto">
          <a:xfrm>
            <a:off x="677334" y="1490662"/>
            <a:ext cx="8596668" cy="3139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AA27B67-9FAB-4869-A410-EB0394213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0C341-4A18-4DD6-955C-78B4E91CD062}" type="slidenum">
              <a:rPr lang="en-PK" smtClean="0"/>
              <a:t>4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1013998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build="p" animBg="1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2289B5CB-901B-4BA0-AB44-287AA75822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1"/>
            <a:ext cx="7766936" cy="1646302"/>
          </a:xfrm>
          <a:solidFill>
            <a:schemeClr val="tx1"/>
          </a:solidFill>
          <a:ln>
            <a:noFill/>
          </a:ln>
        </p:spPr>
        <p:txBody>
          <a:bodyPr/>
          <a:lstStyle/>
          <a:p>
            <a:pPr algn="ctr"/>
            <a:r>
              <a:rPr lang="en-US" sz="9600" dirty="0"/>
              <a:t>THANK YOU</a:t>
            </a:r>
            <a:endParaRPr lang="en-PK" sz="9600" dirty="0"/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E95D18C1-ABAF-411F-9C47-235393444F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907055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If you have any </a:t>
            </a:r>
            <a:r>
              <a:rPr lang="en-US" sz="5400" b="1" u="sng" dirty="0">
                <a:solidFill>
                  <a:schemeClr val="tx1"/>
                </a:solidFill>
              </a:rPr>
              <a:t>queries</a:t>
            </a:r>
            <a:r>
              <a:rPr lang="en-US" sz="5400" dirty="0">
                <a:solidFill>
                  <a:schemeClr val="tx1"/>
                </a:solidFill>
              </a:rPr>
              <a:t>, feel free to ask.</a:t>
            </a:r>
            <a:endParaRPr lang="en-PK" sz="5400" dirty="0">
              <a:solidFill>
                <a:schemeClr val="tx1"/>
              </a:solidFill>
            </a:endParaRP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7FF8D8F8-D073-4C81-AB1F-90187F469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0C341-4A18-4DD6-955C-78B4E91CD062}" type="slidenum">
              <a:rPr lang="en-PK" smtClean="0"/>
              <a:t>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8173053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build="p" animBg="1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6DC4D7B-9EB0-4AB8-ABF3-4DB7D20FB1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4899736"/>
              </p:ext>
            </p:extLst>
          </p:nvPr>
        </p:nvGraphicFramePr>
        <p:xfrm>
          <a:off x="677863" y="2528711"/>
          <a:ext cx="8596312" cy="34180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itle 1">
            <a:extLst>
              <a:ext uri="{FF2B5EF4-FFF2-40B4-BE49-F238E27FC236}">
                <a16:creationId xmlns:a16="http://schemas.microsoft.com/office/drawing/2014/main" id="{5E662DE3-0374-44DB-BD7F-C69CFA56A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762792"/>
            <a:ext cx="8596668" cy="1194897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Aardvark Advertising Inc.</a:t>
            </a:r>
            <a:endParaRPr lang="en-PK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D74D3C0-0D1F-4EF5-B07C-3C6CD24D6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0C341-4A18-4DD6-955C-78B4E91CD062}" type="slidenum">
              <a:rPr lang="en-PK" smtClean="0"/>
              <a:t>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64247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4193B-7779-472B-87E2-BB1C4E18F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 Layouts</a:t>
            </a:r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75321-4DBB-41F8-8629-2A4B218DC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0C341-4A18-4DD6-955C-78B4E91CD062}" type="slidenum">
              <a:rPr lang="en-PK" smtClean="0"/>
              <a:t>7</a:t>
            </a:fld>
            <a:endParaRPr lang="en-PK"/>
          </a:p>
        </p:txBody>
      </p:sp>
      <p:graphicFrame>
        <p:nvGraphicFramePr>
          <p:cNvPr id="16" name="Table 16">
            <a:extLst>
              <a:ext uri="{FF2B5EF4-FFF2-40B4-BE49-F238E27FC236}">
                <a16:creationId xmlns:a16="http://schemas.microsoft.com/office/drawing/2014/main" id="{4421AC12-D171-49CD-995A-80E87B43E8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4723915"/>
              </p:ext>
            </p:extLst>
          </p:nvPr>
        </p:nvGraphicFramePr>
        <p:xfrm>
          <a:off x="677863" y="3179763"/>
          <a:ext cx="8596312" cy="1737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98156">
                  <a:extLst>
                    <a:ext uri="{9D8B030D-6E8A-4147-A177-3AD203B41FA5}">
                      <a16:colId xmlns:a16="http://schemas.microsoft.com/office/drawing/2014/main" val="2920448364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34823728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Titles</a:t>
                      </a:r>
                      <a:endParaRPr lang="en-PK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Bullet Slides</a:t>
                      </a:r>
                      <a:endParaRPr lang="en-PK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6487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Tables</a:t>
                      </a:r>
                      <a:endParaRPr lang="en-PK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Organization Charts</a:t>
                      </a:r>
                      <a:endParaRPr lang="en-PK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3235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Charts </a:t>
                      </a:r>
                      <a:endParaRPr lang="en-PK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Pictures</a:t>
                      </a:r>
                      <a:endParaRPr lang="en-PK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60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7688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0C341-4A18-4DD6-955C-78B4E91CD062}" type="slidenum">
              <a:rPr lang="en-PK" smtClean="0"/>
              <a:t>8</a:t>
            </a:fld>
            <a:endParaRPr lang="en-PK"/>
          </a:p>
        </p:txBody>
      </p:sp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1464106042"/>
              </p:ext>
            </p:extLst>
          </p:nvPr>
        </p:nvGraphicFramePr>
        <p:xfrm>
          <a:off x="1322363" y="719666"/>
          <a:ext cx="8736038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81982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0C341-4A18-4DD6-955C-78B4E91CD062}" type="slidenum">
              <a:rPr lang="en-PK" smtClean="0"/>
              <a:t>9</a:t>
            </a:fld>
            <a:endParaRPr lang="en-PK"/>
          </a:p>
        </p:txBody>
      </p:sp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2224973370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89645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7717C6-6ED6-4D26-8921-89E3579DB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0C341-4A18-4DD6-955C-78B4E91CD062}" type="slidenum">
              <a:rPr lang="en-PK" smtClean="0"/>
              <a:t>10</a:t>
            </a:fld>
            <a:endParaRPr lang="en-PK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7E23F90-FD82-40BE-AFF9-1640524801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35"/>
          <a:stretch>
            <a:fillRect/>
          </a:stretch>
        </p:blipFill>
        <p:spPr>
          <a:xfrm>
            <a:off x="2009422" y="2201333"/>
            <a:ext cx="3657600" cy="2912534"/>
          </a:xfrm>
          <a:custGeom>
            <a:avLst/>
            <a:gdLst>
              <a:gd name="connsiteX0" fmla="*/ 430868 w 3849511"/>
              <a:gd name="connsiteY0" fmla="*/ 0 h 2585156"/>
              <a:gd name="connsiteX1" fmla="*/ 3849511 w 3849511"/>
              <a:gd name="connsiteY1" fmla="*/ 0 h 2585156"/>
              <a:gd name="connsiteX2" fmla="*/ 3849511 w 3849511"/>
              <a:gd name="connsiteY2" fmla="*/ 2585156 h 2585156"/>
              <a:gd name="connsiteX3" fmla="*/ 430868 w 3849511"/>
              <a:gd name="connsiteY3" fmla="*/ 2585156 h 2585156"/>
              <a:gd name="connsiteX4" fmla="*/ 0 w 3849511"/>
              <a:gd name="connsiteY4" fmla="*/ 2154288 h 2585156"/>
              <a:gd name="connsiteX5" fmla="*/ 0 w 3849511"/>
              <a:gd name="connsiteY5" fmla="*/ 430868 h 2585156"/>
              <a:gd name="connsiteX6" fmla="*/ 430868 w 3849511"/>
              <a:gd name="connsiteY6" fmla="*/ 0 h 2585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49511" h="2585156">
                <a:moveTo>
                  <a:pt x="430868" y="0"/>
                </a:moveTo>
                <a:lnTo>
                  <a:pt x="3849511" y="0"/>
                </a:lnTo>
                <a:lnTo>
                  <a:pt x="3849511" y="2585156"/>
                </a:lnTo>
                <a:lnTo>
                  <a:pt x="430868" y="2585156"/>
                </a:lnTo>
                <a:cubicBezTo>
                  <a:pt x="192906" y="2585156"/>
                  <a:pt x="0" y="2392250"/>
                  <a:pt x="0" y="2154288"/>
                </a:cubicBezTo>
                <a:lnTo>
                  <a:pt x="0" y="430868"/>
                </a:lnTo>
                <a:cubicBezTo>
                  <a:pt x="0" y="192906"/>
                  <a:pt x="192906" y="0"/>
                  <a:pt x="430868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pic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8013D95-564E-465E-B6BA-66BE36A5BFBF}"/>
              </a:ext>
            </a:extLst>
          </p:cNvPr>
          <p:cNvSpPr/>
          <p:nvPr/>
        </p:nvSpPr>
        <p:spPr>
          <a:xfrm>
            <a:off x="5667022" y="2201333"/>
            <a:ext cx="3556000" cy="2912534"/>
          </a:xfrm>
          <a:custGeom>
            <a:avLst/>
            <a:gdLst>
              <a:gd name="connsiteX0" fmla="*/ 0 w 3556000"/>
              <a:gd name="connsiteY0" fmla="*/ 0 h 2912534"/>
              <a:gd name="connsiteX1" fmla="*/ 3146612 w 3556000"/>
              <a:gd name="connsiteY1" fmla="*/ 0 h 2912534"/>
              <a:gd name="connsiteX2" fmla="*/ 3556000 w 3556000"/>
              <a:gd name="connsiteY2" fmla="*/ 485432 h 2912534"/>
              <a:gd name="connsiteX3" fmla="*/ 3556000 w 3556000"/>
              <a:gd name="connsiteY3" fmla="*/ 2427102 h 2912534"/>
              <a:gd name="connsiteX4" fmla="*/ 3146612 w 3556000"/>
              <a:gd name="connsiteY4" fmla="*/ 2912534 h 2912534"/>
              <a:gd name="connsiteX5" fmla="*/ 0 w 3556000"/>
              <a:gd name="connsiteY5" fmla="*/ 2912534 h 2912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56000" h="2912534">
                <a:moveTo>
                  <a:pt x="0" y="0"/>
                </a:moveTo>
                <a:lnTo>
                  <a:pt x="3146612" y="0"/>
                </a:lnTo>
                <a:cubicBezTo>
                  <a:pt x="3372711" y="0"/>
                  <a:pt x="3556000" y="217335"/>
                  <a:pt x="3556000" y="485432"/>
                </a:cubicBezTo>
                <a:lnTo>
                  <a:pt x="3556000" y="2427102"/>
                </a:lnTo>
                <a:cubicBezTo>
                  <a:pt x="3556000" y="2695199"/>
                  <a:pt x="3372711" y="2912534"/>
                  <a:pt x="3146612" y="2912534"/>
                </a:cubicBezTo>
                <a:lnTo>
                  <a:pt x="0" y="2912534"/>
                </a:lnTo>
                <a:close/>
              </a:path>
            </a:pathLst>
          </a:cu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Colosseum at night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PK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6365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7717C6-6ED6-4D26-8921-89E3579DB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0C341-4A18-4DD6-955C-78B4E91CD062}" type="slidenum">
              <a:rPr lang="en-PK" smtClean="0"/>
              <a:t>11</a:t>
            </a:fld>
            <a:endParaRPr lang="en-PK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7E23F90-FD82-40BE-AFF9-1640524801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422" y="1477108"/>
            <a:ext cx="3657600" cy="3636759"/>
          </a:xfrm>
          <a:custGeom>
            <a:avLst/>
            <a:gdLst>
              <a:gd name="connsiteX0" fmla="*/ 430868 w 3849511"/>
              <a:gd name="connsiteY0" fmla="*/ 0 h 2585156"/>
              <a:gd name="connsiteX1" fmla="*/ 3849511 w 3849511"/>
              <a:gd name="connsiteY1" fmla="*/ 0 h 2585156"/>
              <a:gd name="connsiteX2" fmla="*/ 3849511 w 3849511"/>
              <a:gd name="connsiteY2" fmla="*/ 2585156 h 2585156"/>
              <a:gd name="connsiteX3" fmla="*/ 430868 w 3849511"/>
              <a:gd name="connsiteY3" fmla="*/ 2585156 h 2585156"/>
              <a:gd name="connsiteX4" fmla="*/ 0 w 3849511"/>
              <a:gd name="connsiteY4" fmla="*/ 2154288 h 2585156"/>
              <a:gd name="connsiteX5" fmla="*/ 0 w 3849511"/>
              <a:gd name="connsiteY5" fmla="*/ 430868 h 2585156"/>
              <a:gd name="connsiteX6" fmla="*/ 430868 w 3849511"/>
              <a:gd name="connsiteY6" fmla="*/ 0 h 2585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49511" h="2585156">
                <a:moveTo>
                  <a:pt x="430868" y="0"/>
                </a:moveTo>
                <a:lnTo>
                  <a:pt x="3849511" y="0"/>
                </a:lnTo>
                <a:lnTo>
                  <a:pt x="3849511" y="2585156"/>
                </a:lnTo>
                <a:lnTo>
                  <a:pt x="430868" y="2585156"/>
                </a:lnTo>
                <a:cubicBezTo>
                  <a:pt x="192906" y="2585156"/>
                  <a:pt x="0" y="2392250"/>
                  <a:pt x="0" y="2154288"/>
                </a:cubicBezTo>
                <a:lnTo>
                  <a:pt x="0" y="430868"/>
                </a:lnTo>
                <a:cubicBezTo>
                  <a:pt x="0" y="192906"/>
                  <a:pt x="192906" y="0"/>
                  <a:pt x="43086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8013D95-564E-465E-B6BA-66BE36A5BFBF}"/>
              </a:ext>
            </a:extLst>
          </p:cNvPr>
          <p:cNvSpPr/>
          <p:nvPr/>
        </p:nvSpPr>
        <p:spPr>
          <a:xfrm>
            <a:off x="5667022" y="1477108"/>
            <a:ext cx="3556000" cy="3636759"/>
          </a:xfrm>
          <a:custGeom>
            <a:avLst/>
            <a:gdLst>
              <a:gd name="connsiteX0" fmla="*/ 0 w 3556000"/>
              <a:gd name="connsiteY0" fmla="*/ 0 h 2912534"/>
              <a:gd name="connsiteX1" fmla="*/ 3146612 w 3556000"/>
              <a:gd name="connsiteY1" fmla="*/ 0 h 2912534"/>
              <a:gd name="connsiteX2" fmla="*/ 3556000 w 3556000"/>
              <a:gd name="connsiteY2" fmla="*/ 485432 h 2912534"/>
              <a:gd name="connsiteX3" fmla="*/ 3556000 w 3556000"/>
              <a:gd name="connsiteY3" fmla="*/ 2427102 h 2912534"/>
              <a:gd name="connsiteX4" fmla="*/ 3146612 w 3556000"/>
              <a:gd name="connsiteY4" fmla="*/ 2912534 h 2912534"/>
              <a:gd name="connsiteX5" fmla="*/ 0 w 3556000"/>
              <a:gd name="connsiteY5" fmla="*/ 2912534 h 2912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56000" h="2912534">
                <a:moveTo>
                  <a:pt x="0" y="0"/>
                </a:moveTo>
                <a:lnTo>
                  <a:pt x="3146612" y="0"/>
                </a:lnTo>
                <a:cubicBezTo>
                  <a:pt x="3372711" y="0"/>
                  <a:pt x="3556000" y="217335"/>
                  <a:pt x="3556000" y="485432"/>
                </a:cubicBezTo>
                <a:lnTo>
                  <a:pt x="3556000" y="2427102"/>
                </a:lnTo>
                <a:cubicBezTo>
                  <a:pt x="3556000" y="2695199"/>
                  <a:pt x="3372711" y="2912534"/>
                  <a:pt x="3146612" y="2912534"/>
                </a:cubicBezTo>
                <a:lnTo>
                  <a:pt x="0" y="2912534"/>
                </a:lnTo>
                <a:close/>
              </a:path>
            </a:pathLst>
          </a:cu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ICT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PK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1502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7717C6-6ED6-4D26-8921-89E3579DB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0C341-4A18-4DD6-955C-78B4E91CD062}" type="slidenum">
              <a:rPr lang="en-PK" smtClean="0"/>
              <a:t>12</a:t>
            </a:fld>
            <a:endParaRPr lang="en-PK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7E23F90-FD82-40BE-AFF9-1640524801F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2"/>
          <a:stretch/>
        </p:blipFill>
        <p:spPr>
          <a:xfrm>
            <a:off x="2009422" y="1899137"/>
            <a:ext cx="3434775" cy="3214729"/>
          </a:xfrm>
          <a:custGeom>
            <a:avLst/>
            <a:gdLst>
              <a:gd name="connsiteX0" fmla="*/ 430868 w 3849511"/>
              <a:gd name="connsiteY0" fmla="*/ 0 h 2585156"/>
              <a:gd name="connsiteX1" fmla="*/ 3849511 w 3849511"/>
              <a:gd name="connsiteY1" fmla="*/ 0 h 2585156"/>
              <a:gd name="connsiteX2" fmla="*/ 3849511 w 3849511"/>
              <a:gd name="connsiteY2" fmla="*/ 2585156 h 2585156"/>
              <a:gd name="connsiteX3" fmla="*/ 430868 w 3849511"/>
              <a:gd name="connsiteY3" fmla="*/ 2585156 h 2585156"/>
              <a:gd name="connsiteX4" fmla="*/ 0 w 3849511"/>
              <a:gd name="connsiteY4" fmla="*/ 2154288 h 2585156"/>
              <a:gd name="connsiteX5" fmla="*/ 0 w 3849511"/>
              <a:gd name="connsiteY5" fmla="*/ 430868 h 2585156"/>
              <a:gd name="connsiteX6" fmla="*/ 430868 w 3849511"/>
              <a:gd name="connsiteY6" fmla="*/ 0 h 2585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49511" h="2585156">
                <a:moveTo>
                  <a:pt x="430868" y="0"/>
                </a:moveTo>
                <a:lnTo>
                  <a:pt x="3849511" y="0"/>
                </a:lnTo>
                <a:lnTo>
                  <a:pt x="3849511" y="2585156"/>
                </a:lnTo>
                <a:lnTo>
                  <a:pt x="430868" y="2585156"/>
                </a:lnTo>
                <a:cubicBezTo>
                  <a:pt x="192906" y="2585156"/>
                  <a:pt x="0" y="2392250"/>
                  <a:pt x="0" y="2154288"/>
                </a:cubicBezTo>
                <a:lnTo>
                  <a:pt x="0" y="430868"/>
                </a:lnTo>
                <a:cubicBezTo>
                  <a:pt x="0" y="192906"/>
                  <a:pt x="192906" y="0"/>
                  <a:pt x="430868" y="0"/>
                </a:cubicBezTo>
                <a:close/>
              </a:path>
            </a:pathLst>
          </a:custGeom>
        </p:spPr>
      </p:pic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8013D95-564E-465E-B6BA-66BE36A5BFBF}"/>
              </a:ext>
            </a:extLst>
          </p:cNvPr>
          <p:cNvSpPr/>
          <p:nvPr/>
        </p:nvSpPr>
        <p:spPr>
          <a:xfrm>
            <a:off x="5444197" y="1899138"/>
            <a:ext cx="3556000" cy="3214729"/>
          </a:xfrm>
          <a:custGeom>
            <a:avLst/>
            <a:gdLst>
              <a:gd name="connsiteX0" fmla="*/ 0 w 3556000"/>
              <a:gd name="connsiteY0" fmla="*/ 0 h 2912534"/>
              <a:gd name="connsiteX1" fmla="*/ 3146612 w 3556000"/>
              <a:gd name="connsiteY1" fmla="*/ 0 h 2912534"/>
              <a:gd name="connsiteX2" fmla="*/ 3556000 w 3556000"/>
              <a:gd name="connsiteY2" fmla="*/ 485432 h 2912534"/>
              <a:gd name="connsiteX3" fmla="*/ 3556000 w 3556000"/>
              <a:gd name="connsiteY3" fmla="*/ 2427102 h 2912534"/>
              <a:gd name="connsiteX4" fmla="*/ 3146612 w 3556000"/>
              <a:gd name="connsiteY4" fmla="*/ 2912534 h 2912534"/>
              <a:gd name="connsiteX5" fmla="*/ 0 w 3556000"/>
              <a:gd name="connsiteY5" fmla="*/ 2912534 h 2912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56000" h="2912534">
                <a:moveTo>
                  <a:pt x="0" y="0"/>
                </a:moveTo>
                <a:lnTo>
                  <a:pt x="3146612" y="0"/>
                </a:lnTo>
                <a:cubicBezTo>
                  <a:pt x="3372711" y="0"/>
                  <a:pt x="3556000" y="217335"/>
                  <a:pt x="3556000" y="485432"/>
                </a:cubicBezTo>
                <a:lnTo>
                  <a:pt x="3556000" y="2427102"/>
                </a:lnTo>
                <a:cubicBezTo>
                  <a:pt x="3556000" y="2695199"/>
                  <a:pt x="3372711" y="2912534"/>
                  <a:pt x="3146612" y="2912534"/>
                </a:cubicBezTo>
                <a:lnTo>
                  <a:pt x="0" y="2912534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What is Global Warming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3903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7717C6-6ED6-4D26-8921-89E3579DB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0C341-4A18-4DD6-955C-78B4E91CD062}" type="slidenum">
              <a:rPr lang="en-PK" smtClean="0"/>
              <a:t>13</a:t>
            </a:fld>
            <a:endParaRPr lang="en-PK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7E23F90-FD82-40BE-AFF9-1640524801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2637" y="2201333"/>
            <a:ext cx="3116132" cy="2912534"/>
          </a:xfrm>
          <a:custGeom>
            <a:avLst/>
            <a:gdLst>
              <a:gd name="connsiteX0" fmla="*/ 430868 w 3849511"/>
              <a:gd name="connsiteY0" fmla="*/ 0 h 2585156"/>
              <a:gd name="connsiteX1" fmla="*/ 3849511 w 3849511"/>
              <a:gd name="connsiteY1" fmla="*/ 0 h 2585156"/>
              <a:gd name="connsiteX2" fmla="*/ 3849511 w 3849511"/>
              <a:gd name="connsiteY2" fmla="*/ 2585156 h 2585156"/>
              <a:gd name="connsiteX3" fmla="*/ 430868 w 3849511"/>
              <a:gd name="connsiteY3" fmla="*/ 2585156 h 2585156"/>
              <a:gd name="connsiteX4" fmla="*/ 0 w 3849511"/>
              <a:gd name="connsiteY4" fmla="*/ 2154288 h 2585156"/>
              <a:gd name="connsiteX5" fmla="*/ 0 w 3849511"/>
              <a:gd name="connsiteY5" fmla="*/ 430868 h 2585156"/>
              <a:gd name="connsiteX6" fmla="*/ 430868 w 3849511"/>
              <a:gd name="connsiteY6" fmla="*/ 0 h 2585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49511" h="2585156">
                <a:moveTo>
                  <a:pt x="430868" y="0"/>
                </a:moveTo>
                <a:lnTo>
                  <a:pt x="3849511" y="0"/>
                </a:lnTo>
                <a:lnTo>
                  <a:pt x="3849511" y="2585156"/>
                </a:lnTo>
                <a:lnTo>
                  <a:pt x="430868" y="2585156"/>
                </a:lnTo>
                <a:cubicBezTo>
                  <a:pt x="192906" y="2585156"/>
                  <a:pt x="0" y="2392250"/>
                  <a:pt x="0" y="2154288"/>
                </a:cubicBezTo>
                <a:lnTo>
                  <a:pt x="0" y="430868"/>
                </a:lnTo>
                <a:cubicBezTo>
                  <a:pt x="0" y="192906"/>
                  <a:pt x="192906" y="0"/>
                  <a:pt x="430868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pic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8013D95-564E-465E-B6BA-66BE36A5BFBF}"/>
              </a:ext>
            </a:extLst>
          </p:cNvPr>
          <p:cNvSpPr/>
          <p:nvPr/>
        </p:nvSpPr>
        <p:spPr>
          <a:xfrm>
            <a:off x="5978769" y="2201333"/>
            <a:ext cx="3556000" cy="2912534"/>
          </a:xfrm>
          <a:custGeom>
            <a:avLst/>
            <a:gdLst>
              <a:gd name="connsiteX0" fmla="*/ 0 w 3556000"/>
              <a:gd name="connsiteY0" fmla="*/ 0 h 2912534"/>
              <a:gd name="connsiteX1" fmla="*/ 3146612 w 3556000"/>
              <a:gd name="connsiteY1" fmla="*/ 0 h 2912534"/>
              <a:gd name="connsiteX2" fmla="*/ 3556000 w 3556000"/>
              <a:gd name="connsiteY2" fmla="*/ 485432 h 2912534"/>
              <a:gd name="connsiteX3" fmla="*/ 3556000 w 3556000"/>
              <a:gd name="connsiteY3" fmla="*/ 2427102 h 2912534"/>
              <a:gd name="connsiteX4" fmla="*/ 3146612 w 3556000"/>
              <a:gd name="connsiteY4" fmla="*/ 2912534 h 2912534"/>
              <a:gd name="connsiteX5" fmla="*/ 0 w 3556000"/>
              <a:gd name="connsiteY5" fmla="*/ 2912534 h 2912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56000" h="2912534">
                <a:moveTo>
                  <a:pt x="0" y="0"/>
                </a:moveTo>
                <a:lnTo>
                  <a:pt x="3146612" y="0"/>
                </a:lnTo>
                <a:cubicBezTo>
                  <a:pt x="3372711" y="0"/>
                  <a:pt x="3556000" y="217335"/>
                  <a:pt x="3556000" y="485432"/>
                </a:cubicBezTo>
                <a:lnTo>
                  <a:pt x="3556000" y="2427102"/>
                </a:lnTo>
                <a:cubicBezTo>
                  <a:pt x="3556000" y="2695199"/>
                  <a:pt x="3372711" y="2912534"/>
                  <a:pt x="3146612" y="2912534"/>
                </a:cubicBezTo>
                <a:lnTo>
                  <a:pt x="0" y="2912534"/>
                </a:lnTo>
                <a:close/>
              </a:path>
            </a:pathLst>
          </a:cu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The Desert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PK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1270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7717C6-6ED6-4D26-8921-89E3579DB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0C341-4A18-4DD6-955C-78B4E91CD062}" type="slidenum">
              <a:rPr lang="en-PK" smtClean="0"/>
              <a:t>14</a:t>
            </a:fld>
            <a:endParaRPr lang="en-PK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7E23F90-FD82-40BE-AFF9-1640524801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8676" y="2201333"/>
            <a:ext cx="2788346" cy="2912534"/>
          </a:xfrm>
          <a:custGeom>
            <a:avLst/>
            <a:gdLst>
              <a:gd name="connsiteX0" fmla="*/ 430868 w 3849511"/>
              <a:gd name="connsiteY0" fmla="*/ 0 h 2585156"/>
              <a:gd name="connsiteX1" fmla="*/ 3849511 w 3849511"/>
              <a:gd name="connsiteY1" fmla="*/ 0 h 2585156"/>
              <a:gd name="connsiteX2" fmla="*/ 3849511 w 3849511"/>
              <a:gd name="connsiteY2" fmla="*/ 2585156 h 2585156"/>
              <a:gd name="connsiteX3" fmla="*/ 430868 w 3849511"/>
              <a:gd name="connsiteY3" fmla="*/ 2585156 h 2585156"/>
              <a:gd name="connsiteX4" fmla="*/ 0 w 3849511"/>
              <a:gd name="connsiteY4" fmla="*/ 2154288 h 2585156"/>
              <a:gd name="connsiteX5" fmla="*/ 0 w 3849511"/>
              <a:gd name="connsiteY5" fmla="*/ 430868 h 2585156"/>
              <a:gd name="connsiteX6" fmla="*/ 430868 w 3849511"/>
              <a:gd name="connsiteY6" fmla="*/ 0 h 2585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49511" h="2585156">
                <a:moveTo>
                  <a:pt x="430868" y="0"/>
                </a:moveTo>
                <a:lnTo>
                  <a:pt x="3849511" y="0"/>
                </a:lnTo>
                <a:lnTo>
                  <a:pt x="3849511" y="2585156"/>
                </a:lnTo>
                <a:lnTo>
                  <a:pt x="430868" y="2585156"/>
                </a:lnTo>
                <a:cubicBezTo>
                  <a:pt x="192906" y="2585156"/>
                  <a:pt x="0" y="2392250"/>
                  <a:pt x="0" y="2154288"/>
                </a:cubicBezTo>
                <a:lnTo>
                  <a:pt x="0" y="430868"/>
                </a:lnTo>
                <a:cubicBezTo>
                  <a:pt x="0" y="192906"/>
                  <a:pt x="192906" y="0"/>
                  <a:pt x="430868" y="0"/>
                </a:cubicBezTo>
                <a:close/>
              </a:path>
            </a:pathLst>
          </a:custGeom>
        </p:spPr>
      </p:pic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8013D95-564E-465E-B6BA-66BE36A5BFBF}"/>
              </a:ext>
            </a:extLst>
          </p:cNvPr>
          <p:cNvSpPr/>
          <p:nvPr/>
        </p:nvSpPr>
        <p:spPr>
          <a:xfrm>
            <a:off x="5667022" y="2201333"/>
            <a:ext cx="3556000" cy="2912534"/>
          </a:xfrm>
          <a:custGeom>
            <a:avLst/>
            <a:gdLst>
              <a:gd name="connsiteX0" fmla="*/ 0 w 3556000"/>
              <a:gd name="connsiteY0" fmla="*/ 0 h 2912534"/>
              <a:gd name="connsiteX1" fmla="*/ 3146612 w 3556000"/>
              <a:gd name="connsiteY1" fmla="*/ 0 h 2912534"/>
              <a:gd name="connsiteX2" fmla="*/ 3556000 w 3556000"/>
              <a:gd name="connsiteY2" fmla="*/ 485432 h 2912534"/>
              <a:gd name="connsiteX3" fmla="*/ 3556000 w 3556000"/>
              <a:gd name="connsiteY3" fmla="*/ 2427102 h 2912534"/>
              <a:gd name="connsiteX4" fmla="*/ 3146612 w 3556000"/>
              <a:gd name="connsiteY4" fmla="*/ 2912534 h 2912534"/>
              <a:gd name="connsiteX5" fmla="*/ 0 w 3556000"/>
              <a:gd name="connsiteY5" fmla="*/ 2912534 h 2912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56000" h="2912534">
                <a:moveTo>
                  <a:pt x="0" y="0"/>
                </a:moveTo>
                <a:lnTo>
                  <a:pt x="3146612" y="0"/>
                </a:lnTo>
                <a:cubicBezTo>
                  <a:pt x="3372711" y="0"/>
                  <a:pt x="3556000" y="217335"/>
                  <a:pt x="3556000" y="485432"/>
                </a:cubicBezTo>
                <a:lnTo>
                  <a:pt x="3556000" y="2427102"/>
                </a:lnTo>
                <a:cubicBezTo>
                  <a:pt x="3556000" y="2695199"/>
                  <a:pt x="3372711" y="2912534"/>
                  <a:pt x="3146612" y="2912534"/>
                </a:cubicBezTo>
                <a:lnTo>
                  <a:pt x="0" y="2912534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Mosque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endParaRPr lang="en-PK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6987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</TotalTime>
  <Words>136</Words>
  <Application>Microsoft Office PowerPoint</Application>
  <PresentationFormat>Widescreen</PresentationFormat>
  <Paragraphs>55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Agency FB</vt:lpstr>
      <vt:lpstr>Arial</vt:lpstr>
      <vt:lpstr>Bahnschrift SemiBold</vt:lpstr>
      <vt:lpstr>Bookman Old Style</vt:lpstr>
      <vt:lpstr>Calibri</vt:lpstr>
      <vt:lpstr>Calibri Light</vt:lpstr>
      <vt:lpstr>Colonna MT</vt:lpstr>
      <vt:lpstr>Trebuchet MS</vt:lpstr>
      <vt:lpstr>Wingdings</vt:lpstr>
      <vt:lpstr>Wingdings 3</vt:lpstr>
      <vt:lpstr>Facet</vt:lpstr>
      <vt:lpstr>Custom Design</vt:lpstr>
      <vt:lpstr>  Information and Communication Technology  Introduction to ICT Data VS Information</vt:lpstr>
      <vt:lpstr>Introduction to ICT</vt:lpstr>
      <vt:lpstr>Differences</vt:lpstr>
      <vt:lpstr>Display 1.1.</vt:lpstr>
      <vt:lpstr>THANK YOU</vt:lpstr>
      <vt:lpstr>Aardvark Advertising Inc.</vt:lpstr>
      <vt:lpstr>Auto Layouts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ICT</dc:title>
  <dc:creator>Student</dc:creator>
  <cp:lastModifiedBy>PC</cp:lastModifiedBy>
  <cp:revision>38</cp:revision>
  <dcterms:created xsi:type="dcterms:W3CDTF">2023-10-04T07:18:14Z</dcterms:created>
  <dcterms:modified xsi:type="dcterms:W3CDTF">2023-11-17T16:13:54Z</dcterms:modified>
</cp:coreProperties>
</file>