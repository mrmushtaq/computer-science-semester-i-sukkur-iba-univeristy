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67" r:id="rId3"/>
    <p:sldId id="259" r:id="rId4"/>
    <p:sldId id="263" r:id="rId5"/>
    <p:sldId id="260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5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7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1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9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66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8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8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9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8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9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0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350F-7006-4162-A5F7-516513130EA5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81DC0-262C-46DC-9A07-60D021E8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9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20622" y="3070577"/>
            <a:ext cx="67507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bg1"/>
                </a:solidFill>
              </a:rPr>
              <a:t>Prepared by Mushtaque Ali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2050" name="Picture 2" descr="What is Global Warming? Causes, Effects &amp; Solutions | SaralStu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547556" y="3691467"/>
            <a:ext cx="48203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Prepared by Mushtaque Ali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64171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lobal warming Yr 7 | PP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7816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What is global warming, Causes, Effects, and Solutions. - Educational tric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222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27463" y="4193177"/>
            <a:ext cx="6897188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The </a:t>
            </a:r>
            <a:r>
              <a:rPr lang="en-US" sz="2400" b="1" dirty="0"/>
              <a:t>long-term increase in Earth's average surface temperature due to human activities, primarily the release of </a:t>
            </a:r>
            <a:r>
              <a:rPr lang="en-US" sz="2400" b="1" dirty="0">
                <a:solidFill>
                  <a:srgbClr val="FF0000"/>
                </a:solidFill>
              </a:rPr>
              <a:t>greenhouse gases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3446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Greenhouse effect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378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smtClean="0"/>
              <a:t>Causes of Global Warming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 smtClean="0"/>
              <a:t>Natural Causes (5%)</a:t>
            </a:r>
            <a:endParaRPr lang="en-US" dirty="0"/>
          </a:p>
        </p:txBody>
      </p:sp>
      <p:pic>
        <p:nvPicPr>
          <p:cNvPr id="3074" name="Picture 2" descr="Submarine Volcanoes And Their Role In Climate Change And Ecology -  WorldAtla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626544"/>
            <a:ext cx="5157787" cy="34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411111" y="2810933"/>
            <a:ext cx="2889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 Volcanoes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9268" y="2626544"/>
            <a:ext cx="4371887" cy="352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953954" y="2743197"/>
            <a:ext cx="189653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Water Vapors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71992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/>
            <a:r>
              <a:rPr lang="en-US" b="1" dirty="0" smtClean="0"/>
              <a:t>Human Factors Causes of Global Warming(95%)</a:t>
            </a:r>
            <a:endParaRPr lang="en-US" b="1" dirty="0"/>
          </a:p>
        </p:txBody>
      </p:sp>
      <p:pic>
        <p:nvPicPr>
          <p:cNvPr id="4098" name="Picture 2" descr="Fossil fuels and climate change: the facts - Abest Green Powe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5"/>
            <a:ext cx="5447212" cy="426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200" y="1690686"/>
            <a:ext cx="24296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Burning Fossil Fuels</a:t>
            </a:r>
          </a:p>
        </p:txBody>
      </p:sp>
      <p:pic>
        <p:nvPicPr>
          <p:cNvPr id="4102" name="Picture 6" descr="Trees are cut down for timber, waiting to be transported and sol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412" y="1690687"/>
            <a:ext cx="5068388" cy="426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285412" y="1690686"/>
            <a:ext cx="244275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Deforestation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65548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 b="1" dirty="0" smtClean="0"/>
              <a:t>Impacts of Global Warming</a:t>
            </a:r>
            <a:endParaRPr lang="en-US" b="1" dirty="0"/>
          </a:p>
        </p:txBody>
      </p:sp>
      <p:pic>
        <p:nvPicPr>
          <p:cNvPr id="5122" name="Picture 2" descr="The rising and sinking threats to our cities - BBC Futu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523411" cy="471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he Health Effects Of Global Warming: Developing Countries Are The Most  Vulnerable | United Na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611" y="1690688"/>
            <a:ext cx="4992189" cy="471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0576" y="1990165"/>
            <a:ext cx="3227295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Rising Sea levels</a:t>
            </a:r>
            <a:endParaRPr 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773987" y="1990165"/>
            <a:ext cx="2370013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Health Risks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82918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dirty="0" smtClean="0"/>
              <a:t>How to reduce global warming ?</a:t>
            </a:r>
            <a:endParaRPr lang="en-US" b="1" dirty="0"/>
          </a:p>
        </p:txBody>
      </p:sp>
      <p:pic>
        <p:nvPicPr>
          <p:cNvPr id="8194" name="Picture 2" descr="Reforestation: A science-based argument | Workers' Liber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83192"/>
            <a:ext cx="5209903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ave you been inspired by COP26? How walking, cycling, and using public  transport can help combat climate change – Transport Nottingh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03" y="1583192"/>
            <a:ext cx="5305697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13863" y="1815737"/>
            <a:ext cx="373597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Walk, cycle or take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6914" y="1815737"/>
            <a:ext cx="192024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Reforestation</a:t>
            </a:r>
          </a:p>
        </p:txBody>
      </p:sp>
    </p:spTree>
    <p:extLst>
      <p:ext uri="{BB962C8B-B14F-4D97-AF65-F5344CB8AC3E}">
        <p14:creationId xmlns:p14="http://schemas.microsoft.com/office/powerpoint/2010/main" val="2637230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JNFoundation on X: &quot;We did it, Jamaica! Thanks to our recently held JN Climate  Change, Sustainability and Innovation Water Summit, our country has taken  the first steps in slowing the effects o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030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75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Causes of Global Warming</vt:lpstr>
      <vt:lpstr>Human Factors Causes of Global Warming(95%)</vt:lpstr>
      <vt:lpstr>Impacts of Global Warming</vt:lpstr>
      <vt:lpstr>How to reduce global warming 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34</cp:revision>
  <dcterms:created xsi:type="dcterms:W3CDTF">2023-11-10T07:29:21Z</dcterms:created>
  <dcterms:modified xsi:type="dcterms:W3CDTF">2023-11-12T05:44:26Z</dcterms:modified>
</cp:coreProperties>
</file>